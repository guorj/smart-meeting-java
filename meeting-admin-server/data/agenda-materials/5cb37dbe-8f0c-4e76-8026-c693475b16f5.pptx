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9"/>
  </p:handoutMasterIdLst>
  <p:sldIdLst>
    <p:sldId id="260" r:id="rId4"/>
    <p:sldId id="267" r:id="rId6"/>
    <p:sldId id="296" r:id="rId7"/>
    <p:sldId id="301" r:id="rId8"/>
    <p:sldId id="294" r:id="rId9"/>
    <p:sldId id="297" r:id="rId10"/>
    <p:sldId id="289" r:id="rId11"/>
    <p:sldId id="287" r:id="rId12"/>
    <p:sldId id="288" r:id="rId13"/>
    <p:sldId id="313" r:id="rId14"/>
    <p:sldId id="314" r:id="rId15"/>
    <p:sldId id="277" r:id="rId16"/>
    <p:sldId id="304" r:id="rId17"/>
    <p:sldId id="28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37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  <p:cmAuthor id="2" name="WPS_1679281038" initials="W" lastIdx="0" clrIdx="1"/>
  <p:cmAuthor id="3" name="123" initials="1" lastIdx="0" clrIdx="2"/>
  <p:cmAuthor id="4" name="|･ω･｀)" initials="authorId_1185341407" lastIdx="5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BEF0"/>
    <a:srgbClr val="2747BE"/>
    <a:srgbClr val="D6E0F6"/>
    <a:srgbClr val="334062"/>
    <a:srgbClr val="333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01"/>
        <p:guide pos="37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B7038-E59F-4A80-A75E-7AA9F300D739}" type="doc">
      <dgm:prSet loTypeId="process" loCatId="process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E9FF6F63-DE8B-49AE-AD60-255A714A296C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采集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F25AF7-B1AC-494B-B2C1-7761C2AD5D10}" cxnId="{CAD673C8-E1BE-4890-B25D-1A0C4B771B8E}" type="parTrans">
      <dgm:prSet/>
      <dgm:spPr/>
      <dgm:t>
        <a:bodyPr/>
        <a:p>
          <a:endParaRPr lang="zh-CN" altLang="en-US"/>
        </a:p>
      </dgm:t>
    </dgm:pt>
    <dgm:pt modelId="{7C3A5ED0-3AE2-4C34-80A5-AFDCC3D00C7D}" cxnId="{CAD673C8-E1BE-4890-B25D-1A0C4B771B8E}" type="sibTrans">
      <dgm:prSet/>
      <dgm:spPr/>
      <dgm:t>
        <a:bodyPr/>
        <a:p>
          <a:endParaRPr lang="zh-CN" altLang="en-US"/>
        </a:p>
      </dgm:t>
    </dgm:pt>
    <dgm:pt modelId="{9605A072-0B47-4717-B762-6E4A030618BB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多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模态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数据聚合，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驾驶员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个人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信息</a:t>
          </a:r>
          <a:r>
            <a: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+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行驶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，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共同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构建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/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34AE88D-8820-420B-87FD-977F139B503C}" cxnId="{43BB7778-D36A-4E39-81BE-1E50AA33AB8B}" type="parTrans">
      <dgm:prSet/>
      <dgm:spPr/>
      <dgm:t>
        <a:bodyPr/>
        <a:p>
          <a:endParaRPr lang="zh-CN" altLang="en-US"/>
        </a:p>
      </dgm:t>
    </dgm:pt>
    <dgm:pt modelId="{944FE9C1-9611-4716-B91B-6E3024D1434A}" cxnId="{43BB7778-D36A-4E39-81BE-1E50AA33AB8B}" type="sibTrans">
      <dgm:prSet/>
      <dgm:spPr/>
      <dgm:t>
        <a:bodyPr/>
        <a:p>
          <a:endParaRPr lang="zh-CN" altLang="en-US"/>
        </a:p>
      </dgm:t>
    </dgm:pt>
    <dgm:pt modelId="{4D3602F6-4A56-471E-94CA-95C297AF4D0A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处理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11DB170-6BB5-4ADD-8085-548C5A4D75BB}" cxnId="{1D0E0236-0A84-462D-9EEF-EF36A2435A2A}" type="parTrans">
      <dgm:prSet/>
      <dgm:spPr/>
      <dgm:t>
        <a:bodyPr/>
        <a:p>
          <a:endParaRPr lang="zh-CN" altLang="en-US"/>
        </a:p>
      </dgm:t>
    </dgm:pt>
    <dgm:pt modelId="{44F1BF6E-18A0-4182-BD68-FA72641FED89}" cxnId="{1D0E0236-0A84-462D-9EEF-EF36A2435A2A}" type="sibTrans">
      <dgm:prSet/>
      <dgm:spPr/>
      <dgm:t>
        <a:bodyPr/>
        <a:p>
          <a:endParaRPr lang="zh-CN" altLang="en-US"/>
        </a:p>
      </dgm:t>
    </dgm:pt>
    <dgm:pt modelId="{5137751A-6B92-4416-913C-FAEC6CB5829E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数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清洗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；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特征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提取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；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视频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分析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；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数据标注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；存储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gm:t>
    </dgm:pt>
    <dgm:pt modelId="{059D19CA-05CD-47BD-8E16-408EC613C9A8}" cxnId="{CA865AA1-9EC4-4A94-B7E2-2A6B942DF661}" type="parTrans">
      <dgm:prSet/>
      <dgm:spPr/>
      <dgm:t>
        <a:bodyPr/>
        <a:p>
          <a:endParaRPr lang="zh-CN" altLang="en-US"/>
        </a:p>
      </dgm:t>
    </dgm:pt>
    <dgm:pt modelId="{3D0CFC71-DD02-4AEE-931E-800CBFD442DE}" cxnId="{CA865AA1-9EC4-4A94-B7E2-2A6B942DF661}" type="sibTrans">
      <dgm:prSet/>
      <dgm:spPr/>
      <dgm:t>
        <a:bodyPr/>
        <a:p>
          <a:endParaRPr lang="zh-CN" altLang="en-US"/>
        </a:p>
      </dgm:t>
    </dgm:pt>
    <dgm:pt modelId="{C77B2DE7-72B5-4696-8020-E9D212156430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模型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构建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FDAE099-E9CA-400D-9E0B-5FF2A223D856}" cxnId="{8C5C6761-F3D4-4E4C-B586-E23C010AE168}" type="parTrans">
      <dgm:prSet/>
      <dgm:spPr/>
      <dgm:t>
        <a:bodyPr/>
        <a:p>
          <a:endParaRPr lang="zh-CN" altLang="en-US"/>
        </a:p>
      </dgm:t>
    </dgm:pt>
    <dgm:pt modelId="{00E0D5AB-294E-4D02-9E82-5E730EC20037}" cxnId="{8C5C6761-F3D4-4E4C-B586-E23C010AE168}" type="sibTrans">
      <dgm:prSet/>
      <dgm:spPr/>
      <dgm:t>
        <a:bodyPr/>
        <a:p>
          <a:endParaRPr lang="zh-CN" altLang="en-US"/>
        </a:p>
      </dgm:t>
    </dgm:pt>
    <dgm:pt modelId="{2C6AD28F-A1D9-42FD-8523-B2CDE1C853BE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通过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模型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将特征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转化为标签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/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130940-6177-476C-8D94-9A73013EDAE3}" cxnId="{712A5D48-9F17-4B5A-8BE6-8E955E03FCB3}" type="parTrans">
      <dgm:prSet/>
      <dgm:spPr/>
      <dgm:t>
        <a:bodyPr/>
        <a:p>
          <a:endParaRPr lang="zh-CN" altLang="en-US"/>
        </a:p>
      </dgm:t>
    </dgm:pt>
    <dgm:pt modelId="{03815DB2-473C-47DE-A096-BBAC8434EAE7}" cxnId="{712A5D48-9F17-4B5A-8BE6-8E955E03FCB3}" type="sibTrans">
      <dgm:prSet/>
      <dgm:spPr/>
      <dgm:t>
        <a:bodyPr/>
        <a:p>
          <a:endParaRPr lang="zh-CN" altLang="en-US"/>
        </a:p>
      </dgm:t>
    </dgm:pt>
    <dgm:pt modelId="{274CF7F9-8BB7-4C39-AF6C-CE741D9CC0C1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生成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画像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5BF466-D80D-4BF8-9497-78940E5ADD0E}" cxnId="{F01FB137-E0D1-4D01-934C-FA309DAC01C2}" type="parTrans">
      <dgm:prSet/>
      <dgm:spPr/>
    </dgm:pt>
    <dgm:pt modelId="{AC78E417-666B-4670-87ED-B3DCACEA2917}" cxnId="{F01FB137-E0D1-4D01-934C-FA309DAC01C2}" type="sibTrans">
      <dgm:prSet/>
      <dgm:spPr/>
    </dgm:pt>
    <dgm:pt modelId="{8C8D8843-359B-462E-AF60-7DE05E9FDA6E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画像聚合；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历史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画像；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B8D30DD-7B60-42DE-A8B0-2465D2F3B519}" cxnId="{9BBC098D-3FAF-4093-BDBC-CC3F8B3582B3}" type="parTrans">
      <dgm:prSet/>
      <dgm:spPr/>
    </dgm:pt>
    <dgm:pt modelId="{F4D1A8F5-42D2-4A1E-A1EF-21366F1D2F2B}" cxnId="{9BBC098D-3FAF-4093-BDBC-CC3F8B3582B3}" type="sibTrans">
      <dgm:prSet/>
      <dgm:spPr/>
    </dgm:pt>
    <dgm:pt modelId="{B65B304A-1918-493D-8A5E-A04735BEA54E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应用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sz="1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7C4AA6E-6B16-4B2A-A8BA-64682DE7A061}" cxnId="{91D79B66-4114-4ED8-807F-0BD1FED1E3AB}" type="parTrans">
      <dgm:prSet/>
      <dgm:spPr/>
    </dgm:pt>
    <dgm:pt modelId="{9B3D5148-9E8C-4DBE-9145-356FF18E7A2C}" cxnId="{91D79B66-4114-4ED8-807F-0BD1FED1E3AB}" type="sibTrans">
      <dgm:prSet/>
      <dgm:spPr/>
    </dgm:pt>
    <dgm:pt modelId="{283A52C0-6E5F-4935-9911-1A6E8C97464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报表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与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可视化；</a:t>
          </a:r>
          <a:endParaRPr lang="zh-CN" sz="1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7018E0C-E884-4874-AEC5-FC34FC694FE3}" cxnId="{C420A2DF-71FE-462D-B3CD-D95F4DC7AC24}" type="parTrans">
      <dgm:prSet/>
      <dgm:spPr/>
    </dgm:pt>
    <dgm:pt modelId="{023AF682-56FE-436D-A727-DDB9506D4BAA}" cxnId="{C420A2DF-71FE-462D-B3CD-D95F4DC7AC24}" type="sibTrans">
      <dgm:prSet/>
      <dgm:spPr/>
    </dgm:pt>
    <dgm:pt modelId="{D46B52A5-8DB9-4151-8934-47C6C0CF9CDA}" type="pres">
      <dgm:prSet presAssocID="{FB0B7038-E59F-4A80-A75E-7AA9F300D739}" presName="linearFlow" presStyleCnt="0">
        <dgm:presLayoutVars>
          <dgm:dir/>
          <dgm:animLvl val="lvl"/>
          <dgm:resizeHandles val="exact"/>
        </dgm:presLayoutVars>
      </dgm:prSet>
      <dgm:spPr/>
    </dgm:pt>
    <dgm:pt modelId="{50C40983-83CE-4A07-83F9-078E7BEEC4E4}" type="pres">
      <dgm:prSet presAssocID="{E9FF6F63-DE8B-49AE-AD60-255A714A296C}" presName="composite" presStyleCnt="0"/>
      <dgm:spPr/>
    </dgm:pt>
    <dgm:pt modelId="{391F47D8-28BD-485A-814A-49ADFF7805CB}" type="pres">
      <dgm:prSet presAssocID="{E9FF6F63-DE8B-49AE-AD60-255A714A296C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FA23EC4B-CA69-4FED-BF91-74391FCD01FE}" type="pres">
      <dgm:prSet presAssocID="{E9FF6F63-DE8B-49AE-AD60-255A714A296C}" presName="descendantText" presStyleLbl="alignAcc1" presStyleIdx="0" presStyleCnt="5">
        <dgm:presLayoutVars>
          <dgm:bulletEnabled val="1"/>
        </dgm:presLayoutVars>
      </dgm:prSet>
      <dgm:spPr/>
    </dgm:pt>
    <dgm:pt modelId="{42ACD83A-02A0-4712-B9A9-F26F0CF50D68}" type="pres">
      <dgm:prSet presAssocID="{7C3A5ED0-3AE2-4C34-80A5-AFDCC3D00C7D}" presName="sp" presStyleCnt="0"/>
      <dgm:spPr/>
    </dgm:pt>
    <dgm:pt modelId="{0AA0457D-4F28-4EE2-99D9-1FCC24C0FD28}" type="pres">
      <dgm:prSet presAssocID="{4D3602F6-4A56-471E-94CA-95C297AF4D0A}" presName="composite" presStyleCnt="0"/>
      <dgm:spPr/>
    </dgm:pt>
    <dgm:pt modelId="{FECB1078-33A0-4ADB-ADAD-5808D7084360}" type="pres">
      <dgm:prSet presAssocID="{4D3602F6-4A56-471E-94CA-95C297AF4D0A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5DE3EC2B-D17C-4473-93BA-1CE17B00BEAB}" type="pres">
      <dgm:prSet presAssocID="{4D3602F6-4A56-471E-94CA-95C297AF4D0A}" presName="descendantText" presStyleLbl="alignAcc1" presStyleIdx="1" presStyleCnt="5">
        <dgm:presLayoutVars>
          <dgm:bulletEnabled val="1"/>
        </dgm:presLayoutVars>
      </dgm:prSet>
      <dgm:spPr/>
    </dgm:pt>
    <dgm:pt modelId="{29BCDF2F-6B2C-44A7-9A67-9BF31BA69B9D}" type="pres">
      <dgm:prSet presAssocID="{44F1BF6E-18A0-4182-BD68-FA72641FED89}" presName="sp" presStyleCnt="0"/>
      <dgm:spPr/>
    </dgm:pt>
    <dgm:pt modelId="{BC3B8112-931F-40CB-91AD-65276C2A16C3}" type="pres">
      <dgm:prSet presAssocID="{C77B2DE7-72B5-4696-8020-E9D212156430}" presName="composite" presStyleCnt="0"/>
      <dgm:spPr/>
    </dgm:pt>
    <dgm:pt modelId="{BC71400B-9291-41B1-8C22-78AE62C2330B}" type="pres">
      <dgm:prSet presAssocID="{C77B2DE7-72B5-4696-8020-E9D212156430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EF088BEE-625A-496C-B958-3464C96F3939}" type="pres">
      <dgm:prSet presAssocID="{C77B2DE7-72B5-4696-8020-E9D212156430}" presName="descendantText" presStyleLbl="alignAcc1" presStyleIdx="2" presStyleCnt="5">
        <dgm:presLayoutVars>
          <dgm:bulletEnabled val="1"/>
        </dgm:presLayoutVars>
      </dgm:prSet>
      <dgm:spPr/>
    </dgm:pt>
    <dgm:pt modelId="{B01A6E2C-B110-4385-A80A-BE858253DE7A}" type="pres">
      <dgm:prSet presAssocID="{00E0D5AB-294E-4D02-9E82-5E730EC20037}" presName="sp" presStyleCnt="0"/>
      <dgm:spPr/>
    </dgm:pt>
    <dgm:pt modelId="{C98DCCB7-7F44-4107-AFFC-E6BDA043AAEC}" type="pres">
      <dgm:prSet presAssocID="{274CF7F9-8BB7-4C39-AF6C-CE741D9CC0C1}" presName="composite" presStyleCnt="0"/>
      <dgm:spPr/>
    </dgm:pt>
    <dgm:pt modelId="{7BCFD16B-60DE-4AF9-890B-30A84A69E2DC}" type="pres">
      <dgm:prSet presAssocID="{274CF7F9-8BB7-4C39-AF6C-CE741D9CC0C1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369DA250-8DB3-4019-8A10-AD47FFE0C640}" type="pres">
      <dgm:prSet presAssocID="{274CF7F9-8BB7-4C39-AF6C-CE741D9CC0C1}" presName="descendantText" presStyleLbl="alignAcc1" presStyleIdx="3" presStyleCnt="5">
        <dgm:presLayoutVars>
          <dgm:bulletEnabled val="1"/>
        </dgm:presLayoutVars>
      </dgm:prSet>
      <dgm:spPr/>
    </dgm:pt>
    <dgm:pt modelId="{85222DC6-F10C-4687-8A5E-A4135A126CD0}" type="pres">
      <dgm:prSet presAssocID="{AC78E417-666B-4670-87ED-B3DCACEA2917}" presName="sp" presStyleCnt="0"/>
      <dgm:spPr/>
    </dgm:pt>
    <dgm:pt modelId="{C5E5734F-5620-4E15-AB08-4DFCAFEAAB51}" type="pres">
      <dgm:prSet presAssocID="{B65B304A-1918-493D-8A5E-A04735BEA54E}" presName="composite" presStyleCnt="0"/>
      <dgm:spPr/>
    </dgm:pt>
    <dgm:pt modelId="{E12FCE6E-15E9-4806-9D37-D7BA71A3CCB4}" type="pres">
      <dgm:prSet presAssocID="{B65B304A-1918-493D-8A5E-A04735BEA54E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CA8D68DF-0749-4EF6-AB20-E888AB661C85}" type="pres">
      <dgm:prSet presAssocID="{B65B304A-1918-493D-8A5E-A04735BEA54E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CAD673C8-E1BE-4890-B25D-1A0C4B771B8E}" srcId="{FB0B7038-E59F-4A80-A75E-7AA9F300D739}" destId="{E9FF6F63-DE8B-49AE-AD60-255A714A296C}" srcOrd="0" destOrd="0" parTransId="{E2F25AF7-B1AC-494B-B2C1-7761C2AD5D10}" sibTransId="{7C3A5ED0-3AE2-4C34-80A5-AFDCC3D00C7D}"/>
    <dgm:cxn modelId="{43BB7778-D36A-4E39-81BE-1E50AA33AB8B}" srcId="{E9FF6F63-DE8B-49AE-AD60-255A714A296C}" destId="{9605A072-0B47-4717-B762-6E4A030618BB}" srcOrd="0" destOrd="0" parTransId="{634AE88D-8820-420B-87FD-977F139B503C}" sibTransId="{944FE9C1-9611-4716-B91B-6E3024D1434A}"/>
    <dgm:cxn modelId="{1D0E0236-0A84-462D-9EEF-EF36A2435A2A}" srcId="{FB0B7038-E59F-4A80-A75E-7AA9F300D739}" destId="{4D3602F6-4A56-471E-94CA-95C297AF4D0A}" srcOrd="1" destOrd="0" parTransId="{511DB170-6BB5-4ADD-8085-548C5A4D75BB}" sibTransId="{44F1BF6E-18A0-4182-BD68-FA72641FED89}"/>
    <dgm:cxn modelId="{CA865AA1-9EC4-4A94-B7E2-2A6B942DF661}" srcId="{4D3602F6-4A56-471E-94CA-95C297AF4D0A}" destId="{5137751A-6B92-4416-913C-FAEC6CB5829E}" srcOrd="0" destOrd="1" parTransId="{059D19CA-05CD-47BD-8E16-408EC613C9A8}" sibTransId="{3D0CFC71-DD02-4AEE-931E-800CBFD442DE}"/>
    <dgm:cxn modelId="{8C5C6761-F3D4-4E4C-B586-E23C010AE168}" srcId="{FB0B7038-E59F-4A80-A75E-7AA9F300D739}" destId="{C77B2DE7-72B5-4696-8020-E9D212156430}" srcOrd="2" destOrd="0" parTransId="{CFDAE099-E9CA-400D-9E0B-5FF2A223D856}" sibTransId="{00E0D5AB-294E-4D02-9E82-5E730EC20037}"/>
    <dgm:cxn modelId="{712A5D48-9F17-4B5A-8BE6-8E955E03FCB3}" srcId="{C77B2DE7-72B5-4696-8020-E9D212156430}" destId="{2C6AD28F-A1D9-42FD-8523-B2CDE1C853BE}" srcOrd="0" destOrd="2" parTransId="{C2130940-6177-476C-8D94-9A73013EDAE3}" sibTransId="{03815DB2-473C-47DE-A096-BBAC8434EAE7}"/>
    <dgm:cxn modelId="{F01FB137-E0D1-4D01-934C-FA309DAC01C2}" srcId="{FB0B7038-E59F-4A80-A75E-7AA9F300D739}" destId="{274CF7F9-8BB7-4C39-AF6C-CE741D9CC0C1}" srcOrd="3" destOrd="0" parTransId="{1F5BF466-D80D-4BF8-9497-78940E5ADD0E}" sibTransId="{AC78E417-666B-4670-87ED-B3DCACEA2917}"/>
    <dgm:cxn modelId="{9BBC098D-3FAF-4093-BDBC-CC3F8B3582B3}" srcId="{274CF7F9-8BB7-4C39-AF6C-CE741D9CC0C1}" destId="{8C8D8843-359B-462E-AF60-7DE05E9FDA6E}" srcOrd="0" destOrd="3" parTransId="{EB8D30DD-7B60-42DE-A8B0-2465D2F3B519}" sibTransId="{F4D1A8F5-42D2-4A1E-A1EF-21366F1D2F2B}"/>
    <dgm:cxn modelId="{91D79B66-4114-4ED8-807F-0BD1FED1E3AB}" srcId="{FB0B7038-E59F-4A80-A75E-7AA9F300D739}" destId="{B65B304A-1918-493D-8A5E-A04735BEA54E}" srcOrd="4" destOrd="0" parTransId="{67C4AA6E-6B16-4B2A-A8BA-64682DE7A061}" sibTransId="{9B3D5148-9E8C-4DBE-9145-356FF18E7A2C}"/>
    <dgm:cxn modelId="{C420A2DF-71FE-462D-B3CD-D95F4DC7AC24}" srcId="{B65B304A-1918-493D-8A5E-A04735BEA54E}" destId="{283A52C0-6E5F-4935-9911-1A6E8C974643}" srcOrd="0" destOrd="4" parTransId="{47018E0C-E884-4874-AEC5-FC34FC694FE3}" sibTransId="{023AF682-56FE-436D-A727-DDB9506D4BAA}"/>
    <dgm:cxn modelId="{4FCBED30-8872-4F00-BC3D-880EB43CA93A}" type="presOf" srcId="{FB0B7038-E59F-4A80-A75E-7AA9F300D739}" destId="{D46B52A5-8DB9-4151-8934-47C6C0CF9CDA}" srcOrd="0" destOrd="0" presId="urn:microsoft.com/office/officeart/2005/8/layout/chevron2"/>
    <dgm:cxn modelId="{4EF17B02-D961-481D-BD9C-0C733EA62645}" type="presParOf" srcId="{D46B52A5-8DB9-4151-8934-47C6C0CF9CDA}" destId="{50C40983-83CE-4A07-83F9-078E7BEEC4E4}" srcOrd="0" destOrd="0" presId="urn:microsoft.com/office/officeart/2005/8/layout/chevron2"/>
    <dgm:cxn modelId="{F6BFAFBD-5329-46BD-9ADB-37458C711A17}" type="presParOf" srcId="{50C40983-83CE-4A07-83F9-078E7BEEC4E4}" destId="{391F47D8-28BD-485A-814A-49ADFF7805CB}" srcOrd="0" destOrd="0" presId="urn:microsoft.com/office/officeart/2005/8/layout/chevron2"/>
    <dgm:cxn modelId="{23240AEE-8E9F-44F2-A6B5-854806422571}" type="presOf" srcId="{E9FF6F63-DE8B-49AE-AD60-255A714A296C}" destId="{391F47D8-28BD-485A-814A-49ADFF7805CB}" srcOrd="0" destOrd="0" presId="urn:microsoft.com/office/officeart/2005/8/layout/chevron2"/>
    <dgm:cxn modelId="{47468C21-EBA1-491C-9C80-0FF1B81C99DA}" type="presParOf" srcId="{50C40983-83CE-4A07-83F9-078E7BEEC4E4}" destId="{FA23EC4B-CA69-4FED-BF91-74391FCD01FE}" srcOrd="1" destOrd="0" presId="urn:microsoft.com/office/officeart/2005/8/layout/chevron2"/>
    <dgm:cxn modelId="{653A1009-878D-4287-A351-9BDEBAACC96A}" type="presOf" srcId="{9605A072-0B47-4717-B762-6E4A030618BB}" destId="{FA23EC4B-CA69-4FED-BF91-74391FCD01FE}" srcOrd="0" destOrd="0" presId="urn:microsoft.com/office/officeart/2005/8/layout/chevron2"/>
    <dgm:cxn modelId="{7AB49509-8CA9-47F4-A373-6987C9654FD9}" type="presParOf" srcId="{D46B52A5-8DB9-4151-8934-47C6C0CF9CDA}" destId="{42ACD83A-02A0-4712-B9A9-F26F0CF50D68}" srcOrd="1" destOrd="0" presId="urn:microsoft.com/office/officeart/2005/8/layout/chevron2"/>
    <dgm:cxn modelId="{22EDE3EF-BF3D-4E0F-93D0-85D5F76421E1}" type="presOf" srcId="{7C3A5ED0-3AE2-4C34-80A5-AFDCC3D00C7D}" destId="{42ACD83A-02A0-4712-B9A9-F26F0CF50D68}" srcOrd="0" destOrd="0" presId="urn:microsoft.com/office/officeart/2005/8/layout/chevron2"/>
    <dgm:cxn modelId="{DAD21E7F-3043-42EE-93DD-B93ED50A4CDC}" type="presParOf" srcId="{D46B52A5-8DB9-4151-8934-47C6C0CF9CDA}" destId="{0AA0457D-4F28-4EE2-99D9-1FCC24C0FD28}" srcOrd="2" destOrd="0" presId="urn:microsoft.com/office/officeart/2005/8/layout/chevron2"/>
    <dgm:cxn modelId="{CB188E7F-CD49-4EC1-8D81-8C661AA44AAD}" type="presParOf" srcId="{0AA0457D-4F28-4EE2-99D9-1FCC24C0FD28}" destId="{FECB1078-33A0-4ADB-ADAD-5808D7084360}" srcOrd="0" destOrd="2" presId="urn:microsoft.com/office/officeart/2005/8/layout/chevron2"/>
    <dgm:cxn modelId="{F77C64E0-D55B-4BF6-A0CF-ABDDE870A315}" type="presOf" srcId="{4D3602F6-4A56-471E-94CA-95C297AF4D0A}" destId="{FECB1078-33A0-4ADB-ADAD-5808D7084360}" srcOrd="0" destOrd="0" presId="urn:microsoft.com/office/officeart/2005/8/layout/chevron2"/>
    <dgm:cxn modelId="{E82079CC-4A02-4F01-9E56-6BF42C8E36E5}" type="presParOf" srcId="{0AA0457D-4F28-4EE2-99D9-1FCC24C0FD28}" destId="{5DE3EC2B-D17C-4473-93BA-1CE17B00BEAB}" srcOrd="1" destOrd="2" presId="urn:microsoft.com/office/officeart/2005/8/layout/chevron2"/>
    <dgm:cxn modelId="{444EBD0E-655A-4CAD-B428-F0A2A326A969}" type="presOf" srcId="{5137751A-6B92-4416-913C-FAEC6CB5829E}" destId="{5DE3EC2B-D17C-4473-93BA-1CE17B00BEAB}" srcOrd="0" destOrd="0" presId="urn:microsoft.com/office/officeart/2005/8/layout/chevron2"/>
    <dgm:cxn modelId="{874B2F9D-FD1F-4E63-9FA7-ACA095236B97}" type="presParOf" srcId="{D46B52A5-8DB9-4151-8934-47C6C0CF9CDA}" destId="{29BCDF2F-6B2C-44A7-9A67-9BF31BA69B9D}" srcOrd="3" destOrd="0" presId="urn:microsoft.com/office/officeart/2005/8/layout/chevron2"/>
    <dgm:cxn modelId="{A179638B-06BF-4B84-A17A-FC4AFD1A32A5}" type="presOf" srcId="{44F1BF6E-18A0-4182-BD68-FA72641FED89}" destId="{29BCDF2F-6B2C-44A7-9A67-9BF31BA69B9D}" srcOrd="0" destOrd="0" presId="urn:microsoft.com/office/officeart/2005/8/layout/chevron2"/>
    <dgm:cxn modelId="{3237027E-C959-492C-A080-5037D950C2C5}" type="presParOf" srcId="{D46B52A5-8DB9-4151-8934-47C6C0CF9CDA}" destId="{BC3B8112-931F-40CB-91AD-65276C2A16C3}" srcOrd="4" destOrd="0" presId="urn:microsoft.com/office/officeart/2005/8/layout/chevron2"/>
    <dgm:cxn modelId="{A6F25554-C21F-48A2-BF65-9C0436BA2367}" type="presParOf" srcId="{BC3B8112-931F-40CB-91AD-65276C2A16C3}" destId="{BC71400B-9291-41B1-8C22-78AE62C2330B}" srcOrd="0" destOrd="4" presId="urn:microsoft.com/office/officeart/2005/8/layout/chevron2"/>
    <dgm:cxn modelId="{22AC325B-BC69-4FF2-A048-BAF0E1529E3A}" type="presOf" srcId="{C77B2DE7-72B5-4696-8020-E9D212156430}" destId="{BC71400B-9291-41B1-8C22-78AE62C2330B}" srcOrd="0" destOrd="0" presId="urn:microsoft.com/office/officeart/2005/8/layout/chevron2"/>
    <dgm:cxn modelId="{D2D70CB2-2911-43B1-A9B2-593F861F3595}" type="presParOf" srcId="{BC3B8112-931F-40CB-91AD-65276C2A16C3}" destId="{EF088BEE-625A-496C-B958-3464C96F3939}" srcOrd="1" destOrd="4" presId="urn:microsoft.com/office/officeart/2005/8/layout/chevron2"/>
    <dgm:cxn modelId="{AFF11694-0AA1-4379-BDC7-77D2B1E38A3D}" type="presOf" srcId="{2C6AD28F-A1D9-42FD-8523-B2CDE1C853BE}" destId="{EF088BEE-625A-496C-B958-3464C96F3939}" srcOrd="0" destOrd="0" presId="urn:microsoft.com/office/officeart/2005/8/layout/chevron2"/>
    <dgm:cxn modelId="{06846346-DDE7-47F1-8374-832184ED3A0D}" type="presParOf" srcId="{D46B52A5-8DB9-4151-8934-47C6C0CF9CDA}" destId="{B01A6E2C-B110-4385-A80A-BE858253DE7A}" srcOrd="5" destOrd="0" presId="urn:microsoft.com/office/officeart/2005/8/layout/chevron2"/>
    <dgm:cxn modelId="{4AA67422-4C70-4905-8F6B-3BBFEC3657B2}" type="presOf" srcId="{00E0D5AB-294E-4D02-9E82-5E730EC20037}" destId="{B01A6E2C-B110-4385-A80A-BE858253DE7A}" srcOrd="0" destOrd="0" presId="urn:microsoft.com/office/officeart/2005/8/layout/chevron2"/>
    <dgm:cxn modelId="{488B9955-781F-4AEC-B50E-2E669C912D24}" type="presParOf" srcId="{D46B52A5-8DB9-4151-8934-47C6C0CF9CDA}" destId="{C98DCCB7-7F44-4107-AFFC-E6BDA043AAEC}" srcOrd="6" destOrd="0" presId="urn:microsoft.com/office/officeart/2005/8/layout/chevron2"/>
    <dgm:cxn modelId="{AFEFC78C-52C0-45AF-831F-7DA4BF36DBC3}" type="presParOf" srcId="{C98DCCB7-7F44-4107-AFFC-E6BDA043AAEC}" destId="{7BCFD16B-60DE-4AF9-890B-30A84A69E2DC}" srcOrd="0" destOrd="6" presId="urn:microsoft.com/office/officeart/2005/8/layout/chevron2"/>
    <dgm:cxn modelId="{F600F931-84E8-4C2C-96C1-0C988836FA9E}" type="presOf" srcId="{274CF7F9-8BB7-4C39-AF6C-CE741D9CC0C1}" destId="{7BCFD16B-60DE-4AF9-890B-30A84A69E2DC}" srcOrd="0" destOrd="0" presId="urn:microsoft.com/office/officeart/2005/8/layout/chevron2"/>
    <dgm:cxn modelId="{A4805B39-E39B-4B78-A24A-EF10C5A0926A}" type="presParOf" srcId="{C98DCCB7-7F44-4107-AFFC-E6BDA043AAEC}" destId="{369DA250-8DB3-4019-8A10-AD47FFE0C640}" srcOrd="1" destOrd="6" presId="urn:microsoft.com/office/officeart/2005/8/layout/chevron2"/>
    <dgm:cxn modelId="{2EC35939-C856-4F71-93C4-112798A64852}" type="presOf" srcId="{8C8D8843-359B-462E-AF60-7DE05E9FDA6E}" destId="{369DA250-8DB3-4019-8A10-AD47FFE0C640}" srcOrd="0" destOrd="0" presId="urn:microsoft.com/office/officeart/2005/8/layout/chevron2"/>
    <dgm:cxn modelId="{0F570A5C-63FA-47EB-B543-E0D7D4E6A3C0}" type="presParOf" srcId="{D46B52A5-8DB9-4151-8934-47C6C0CF9CDA}" destId="{85222DC6-F10C-4687-8A5E-A4135A126CD0}" srcOrd="7" destOrd="0" presId="urn:microsoft.com/office/officeart/2005/8/layout/chevron2"/>
    <dgm:cxn modelId="{081E66C3-6785-4506-9EC9-A8AC8E8CF869}" type="presOf" srcId="{AC78E417-666B-4670-87ED-B3DCACEA2917}" destId="{85222DC6-F10C-4687-8A5E-A4135A126CD0}" srcOrd="0" destOrd="0" presId="urn:microsoft.com/office/officeart/2005/8/layout/chevron2"/>
    <dgm:cxn modelId="{82DAD4EB-CB18-47E7-A043-A04AFEC74C86}" type="presParOf" srcId="{D46B52A5-8DB9-4151-8934-47C6C0CF9CDA}" destId="{C5E5734F-5620-4E15-AB08-4DFCAFEAAB51}" srcOrd="8" destOrd="0" presId="urn:microsoft.com/office/officeart/2005/8/layout/chevron2"/>
    <dgm:cxn modelId="{57DF6C73-399B-43FA-95AC-8E1B83CD1A12}" type="presParOf" srcId="{C5E5734F-5620-4E15-AB08-4DFCAFEAAB51}" destId="{E12FCE6E-15E9-4806-9D37-D7BA71A3CCB4}" srcOrd="0" destOrd="8" presId="urn:microsoft.com/office/officeart/2005/8/layout/chevron2"/>
    <dgm:cxn modelId="{72EB169F-A331-480D-9921-EE630247B5C1}" type="presOf" srcId="{B65B304A-1918-493D-8A5E-A04735BEA54E}" destId="{E12FCE6E-15E9-4806-9D37-D7BA71A3CCB4}" srcOrd="0" destOrd="0" presId="urn:microsoft.com/office/officeart/2005/8/layout/chevron2"/>
    <dgm:cxn modelId="{376CAE8F-EAA3-411F-A015-56862719B203}" type="presParOf" srcId="{C5E5734F-5620-4E15-AB08-4DFCAFEAAB51}" destId="{CA8D68DF-0749-4EF6-AB20-E888AB661C85}" srcOrd="1" destOrd="8" presId="urn:microsoft.com/office/officeart/2005/8/layout/chevron2"/>
    <dgm:cxn modelId="{51E2C5AF-9976-436A-9645-2EFA2825EA7B}" type="presOf" srcId="{283A52C0-6E5F-4935-9911-1A6E8C974643}" destId="{CA8D68DF-0749-4EF6-AB20-E888AB661C85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47C757F0-AA23-46BE-9311-EA432CDEEAA1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项目总监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何浩</a:t>
          </a:r>
          <a:r>
            <a:rPr lang="zh-CN" altLang="en-US" sz="1200"/>
            <a:t/>
          </a:r>
          <a:endParaRPr lang="zh-CN" altLang="en-US" sz="1200"/>
        </a:p>
      </dgm:t>
    </dgm:pt>
    <dgm:pt modelId="{AB39B06D-FE6C-48B2-B5B4-77CD0C8CF7AD}" cxnId="{381713CC-E2FC-45D4-9CAA-C74DB69F3C23}" type="parTrans">
      <dgm:prSet/>
      <dgm:spPr/>
      <dgm:t>
        <a:bodyPr/>
        <a:p>
          <a:endParaRPr lang="zh-CN" altLang="en-US"/>
        </a:p>
      </dgm:t>
    </dgm:pt>
    <dgm:pt modelId="{DF0D1C21-B79E-4875-B7FA-EF183CB48B88}" cxnId="{381713CC-E2FC-45D4-9CAA-C74DB69F3C23}" type="sibTrans">
      <dgm:prSet/>
      <dgm:spPr/>
      <dgm:t>
        <a:bodyPr/>
        <a:p>
          <a:endParaRPr lang="zh-CN" altLang="en-US"/>
        </a:p>
      </dgm:t>
    </dgm:pt>
    <dgm:pt modelId="{12714FC6-8B41-47E5-91DD-F02D34D23B93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项目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经理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陈宏林</a:t>
          </a:r>
          <a:r>
            <a:rPr lang="zh-CN" altLang="en-US" sz="1200"/>
            <a:t/>
          </a:r>
          <a:endParaRPr lang="zh-CN" altLang="en-US" sz="1200"/>
        </a:p>
      </dgm:t>
    </dgm:pt>
    <dgm:pt modelId="{EACD17F5-D793-4A43-B489-D1804D50CFEF}" cxnId="{D96CBD79-5849-4A5F-B6FB-F6179BCBE1BA}" type="parTrans">
      <dgm:prSet/>
      <dgm:spPr/>
      <dgm:t>
        <a:bodyPr/>
        <a:p>
          <a:endParaRPr lang="zh-CN" altLang="en-US"/>
        </a:p>
      </dgm:t>
    </dgm:pt>
    <dgm:pt modelId="{FA45D93F-0724-4936-AA45-E6762732A19D}" cxnId="{D96CBD79-5849-4A5F-B6FB-F6179BCBE1BA}" type="sibTrans">
      <dgm:prSet/>
      <dgm:spPr/>
      <dgm:t>
        <a:bodyPr/>
        <a:p>
          <a:endParaRPr lang="zh-CN" altLang="en-US"/>
        </a:p>
      </dgm:t>
    </dgm:pt>
    <dgm:pt modelId="{0FDA27F6-0330-402B-894F-9BA357976C5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跟踪项目计划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、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里程碑，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项目预期、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需求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收集、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需求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变更、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组织评审会议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等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4B503C-6181-4F17-9606-4D264C1A3C8A}" cxnId="{9726FA84-8B1C-41BB-9AA2-10D1F65BC921}" type="parTrans">
      <dgm:prSet/>
      <dgm:spPr/>
    </dgm:pt>
    <dgm:pt modelId="{C6E31C24-EAE4-4789-A7E1-C0E7274A3D62}" cxnId="{9726FA84-8B1C-41BB-9AA2-10D1F65BC921}" type="sibTrans">
      <dgm:prSet/>
      <dgm:spPr/>
    </dgm:pt>
    <dgm:pt modelId="{4EC42421-831D-4CD3-8215-2AF4300F9C01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业务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负责人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雷</a:t>
          </a:r>
          <a:r>
            <a: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/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张伟</a:t>
          </a:r>
          <a:r>
            <a: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en-US" altLang="zh-CN" sz="1200"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gm:t>
    </dgm:pt>
    <dgm:pt modelId="{8D5FB264-0A5C-4C3A-85B7-453D9BD837DF}" cxnId="{8B817CF3-3974-4D63-915E-D0358A6B9A6D}" type="parTrans">
      <dgm:prSet/>
      <dgm:spPr/>
      <dgm:t>
        <a:bodyPr/>
        <a:p>
          <a:endParaRPr lang="zh-CN" altLang="en-US"/>
        </a:p>
      </dgm:t>
    </dgm:pt>
    <dgm:pt modelId="{A1825131-D805-48C8-BFCE-E45C02E6F5CE}" cxnId="{8B817CF3-3974-4D63-915E-D0358A6B9A6D}" type="sibTrans">
      <dgm:prSet/>
      <dgm:spPr/>
      <dgm:t>
        <a:bodyPr/>
        <a:p>
          <a:endParaRPr lang="zh-CN" altLang="en-US"/>
        </a:p>
      </dgm:t>
    </dgm:pt>
    <dgm:pt modelId="{7943BB1B-47C1-43C8-9815-61E78664CCC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明确业务目标和真实需求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产品原型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功能清单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评审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效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果验证</a:t>
          </a:r>
          <a:r>
            <a:rPr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等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4C7A24-0750-4477-B027-5A0A73DD0B1E}" cxnId="{4F33A048-373C-4DF5-B4C6-BB445F45C597}" type="parTrans">
      <dgm:prSet/>
      <dgm:spPr/>
    </dgm:pt>
    <dgm:pt modelId="{0F8E27D3-8D61-44FF-96EA-A87E8186A6A5}" cxnId="{4F33A048-373C-4DF5-B4C6-BB445F45C597}" type="sibTrans">
      <dgm:prSet/>
      <dgm:spPr/>
    </dgm:pt>
    <dgm:pt modelId="{CF717C8A-B40B-4AFF-BF49-65ABB7DF8190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技术对接人</a:t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王一军</a:t>
          </a:r>
          <a:r>
            <a:rPr lang="zh-CN" altLang="en-US" sz="1200"/>
            <a:t/>
          </a:r>
          <a:endParaRPr lang="zh-CN" altLang="en-US" sz="1200"/>
        </a:p>
      </dgm:t>
    </dgm:pt>
    <dgm:pt modelId="{CCF68ADE-40B6-47D0-93C1-88EC13ADC8AC}" cxnId="{F6DE853F-6696-44B8-91AE-035741F25ACD}" type="parTrans">
      <dgm:prSet/>
      <dgm:spPr/>
      <dgm:t>
        <a:bodyPr/>
        <a:p>
          <a:endParaRPr lang="zh-CN" altLang="en-US"/>
        </a:p>
      </dgm:t>
    </dgm:pt>
    <dgm:pt modelId="{630D3E0B-D1D7-4E1A-8193-515AA5E1866F}" cxnId="{F6DE853F-6696-44B8-91AE-035741F25ACD}" type="sibTrans">
      <dgm:prSet/>
      <dgm:spPr/>
      <dgm:t>
        <a:bodyPr/>
        <a:p>
          <a:endParaRPr lang="zh-CN" altLang="en-US"/>
        </a:p>
      </dgm:t>
    </dgm:pt>
    <dgm:pt modelId="{855E6FCE-9601-49AA-9C9F-23A91A7B913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硬件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设备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调试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，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zh-CN" sz="1200"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软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硬</a:t>
          </a:r>
          <a:r>
            <a:rPr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件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开发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对接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等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gm:t>
    </dgm:pt>
    <dgm:pt modelId="{D9D2F261-F11A-48F9-B4B1-83E9CAC3C09E}" cxnId="{CB95C8D3-DC22-4B7C-85F7-3F70732CFD6B}" type="parTrans">
      <dgm:prSet/>
      <dgm:spPr/>
    </dgm:pt>
    <dgm:pt modelId="{E6D99148-3FC8-4D4B-91BD-070D8865A66D}" cxnId="{CB95C8D3-DC22-4B7C-85F7-3F70732CFD6B}" type="sibTrans">
      <dgm:prSet/>
      <dgm:spPr/>
    </dgm:pt>
    <dgm:pt modelId="{0EBA615E-3EF3-479C-865B-DC4A679663BF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软件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外协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>团队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512B71-ED62-4F05-BF3B-0938DA63C711}" cxnId="{36D483C2-57CA-4CD2-8FCE-226DA6430137}" type="parTrans">
      <dgm:prSet/>
      <dgm:spPr/>
    </dgm:pt>
    <dgm:pt modelId="{F2D54BC1-0E56-4C6A-B6E3-39F5EF24EAA8}" cxnId="{36D483C2-57CA-4CD2-8FCE-226DA6430137}" type="sibTrans">
      <dgm:prSet/>
      <dgm:spPr/>
    </dgm:pt>
    <dgm:pt modelId="{48BB6C22-93F1-4D3E-A138-EC3395FC7CD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系统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架构、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产品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设计</a:t>
          </a:r>
          <a:r>
            <a:rPr 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、</a:t>
          </a:r>
          <a:r>
            <a: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软</a:t>
          </a:r>
          <a:r>
            <a: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件</a:t>
          </a:r>
          <a:r>
            <a: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开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发进行外包，我方进行集成管理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605C718-AAEC-4186-BA7C-6F14AB7BD869}" cxnId="{2F9C343F-C253-4903-9019-B4A0403C0E24}" type="parTrans">
      <dgm:prSet/>
      <dgm:spPr/>
    </dgm:pt>
    <dgm:pt modelId="{34195663-A1ED-4222-8CD4-B9B2236AEB9C}" cxnId="{2F9C343F-C253-4903-9019-B4A0403C0E24}" type="sibTrans">
      <dgm:prSet/>
      <dgm:spPr/>
    </dgm:pt>
    <dgm:pt modelId="{A7581CC0-9BB5-485B-81C5-D0A0CAEF8E2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ym typeface="+mn-ea"/>
            </a:rPr>
            <a:t>财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务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ym typeface="+mn-ea"/>
            </a:rPr>
            <a:t>付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靖怡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BC8A8C8-A3C6-4188-8A58-CABF8F764D54}" cxnId="{25365B81-A498-4B0C-8FF5-1DDBAED49027}" type="parTrans">
      <dgm:prSet/>
      <dgm:spPr/>
    </dgm:pt>
    <dgm:pt modelId="{0E758DBA-7BCF-4BB6-AA49-004F9E538C00}" cxnId="{25365B81-A498-4B0C-8FF5-1DDBAED49027}" type="sibTrans">
      <dgm:prSet/>
      <dgm:spPr/>
    </dgm:pt>
    <dgm:pt modelId="{9760BEE2-DE5E-4FEF-9346-A744E9B7FD72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ym typeface="+mn-ea"/>
            </a:rPr>
            <a:t>预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算执行情况、预算拨付、</a:t>
          </a:r>
          <a:r>
            <a:rPr sz="1200">
              <a:sym typeface="+mn-ea"/>
            </a:rPr>
            <a:t>预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算风险</a:t>
          </a:r>
          <a:r>
            <a:rPr sz="1200">
              <a:sym typeface="+mn-ea"/>
            </a:rPr>
            <a:t>等</a:t>
          </a:r>
          <a:r>
            <a:rPr lang="zh-CN" altLang="en-US" sz="120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12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E813C4B-5576-4944-B758-8DCA99B5E7C6}" cxnId="{1B25986B-ACB3-4503-9718-1F22661741E5}" type="parTrans">
      <dgm:prSet/>
      <dgm:spPr/>
    </dgm:pt>
    <dgm:pt modelId="{CB333E0B-BF49-49CA-8380-B5BCCD818F89}" cxnId="{1B25986B-ACB3-4503-9718-1F22661741E5}" type="sibTrans">
      <dgm:prSet/>
      <dgm:spPr/>
    </dgm:pt>
    <dgm:pt modelId="{9C3DD48C-54ED-41FB-B2A0-F2395953577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项目</a:t>
          </a:r>
          <a:r>
            <a:rPr lang="zh-CN"/>
            <a:t>运维</a:t>
          </a:r>
          <a:r>
            <a:rPr lang="zh-CN"/>
            <a:t/>
          </a:r>
          <a:endParaRPr lang="zh-CN"/>
        </a:p>
      </dgm:t>
    </dgm:pt>
    <dgm:pt modelId="{88CDEE85-3676-48C2-B906-B6A624522CCC}" cxnId="{F5544D81-3CCF-45C7-BA84-9F5B4AB25433}" type="parTrans">
      <dgm:prSet/>
      <dgm:spPr/>
    </dgm:pt>
    <dgm:pt modelId="{91EAB895-270D-4775-A675-B5AED5F6412E}" cxnId="{F5544D81-3CCF-45C7-BA84-9F5B4AB25433}" type="sibTrans">
      <dgm:prSet/>
      <dgm:spPr/>
    </dgm:pt>
    <dgm:pt modelId="{F3B4A304-848B-4A23-B048-68FF518A3B52}" type="pres">
      <dgm:prSet presAssocID="{A77D31B3-3808-4FBA-8FA4-CC8D448A17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E02DBF-04DF-4EE5-9A59-B11603AD5CEA}" type="pres">
      <dgm:prSet presAssocID="{47C757F0-AA23-46BE-9311-EA432CDEEAA1}" presName="hierRoot1" presStyleCnt="0"/>
      <dgm:spPr/>
    </dgm:pt>
    <dgm:pt modelId="{B255B23B-CB5C-40E5-8795-508F99B5633F}" type="pres">
      <dgm:prSet presAssocID="{47C757F0-AA23-46BE-9311-EA432CDEEAA1}" presName="composite" presStyleCnt="0"/>
      <dgm:spPr/>
    </dgm:pt>
    <dgm:pt modelId="{0DC8F0E2-BE5E-4D93-8389-F82035DA5230}" type="pres">
      <dgm:prSet presAssocID="{47C757F0-AA23-46BE-9311-EA432CDEEAA1}" presName="background" presStyleLbl="node0" presStyleIdx="0" presStyleCnt="1"/>
      <dgm:spPr/>
    </dgm:pt>
    <dgm:pt modelId="{11283EDA-4B01-468B-937F-D4CEB65B5D30}" type="pres">
      <dgm:prSet presAssocID="{47C757F0-AA23-46BE-9311-EA432CDEEAA1}" presName="text" presStyleLbl="fgAcc0" presStyleIdx="0" presStyleCnt="1" custLinFactNeighborX="343" custLinFactNeighborY="1672">
        <dgm:presLayoutVars>
          <dgm:chPref val="3"/>
        </dgm:presLayoutVars>
      </dgm:prSet>
      <dgm:spPr/>
    </dgm:pt>
    <dgm:pt modelId="{EDB24C38-6BC4-4273-BDB1-433E351A273C}" type="pres">
      <dgm:prSet presAssocID="{47C757F0-AA23-46BE-9311-EA432CDEEAA1}" presName="hierChild2" presStyleCnt="0"/>
      <dgm:spPr/>
    </dgm:pt>
    <dgm:pt modelId="{7579A21B-9CB5-440C-AA0D-E43EFC4F77CB}" type="pres">
      <dgm:prSet presAssocID="{EACD17F5-D793-4A43-B489-D1804D50CFEF}" presName="Name10" presStyleLbl="parChTrans1D2" presStyleIdx="0" presStyleCnt="6"/>
      <dgm:spPr/>
    </dgm:pt>
    <dgm:pt modelId="{AF0E2E31-D154-4993-AC43-B684BFAC2676}" type="pres">
      <dgm:prSet presAssocID="{12714FC6-8B41-47E5-91DD-F02D34D23B93}" presName="hierRoot2" presStyleCnt="0"/>
      <dgm:spPr/>
    </dgm:pt>
    <dgm:pt modelId="{D2C36302-13DB-4340-B4C8-D0040B5993E1}" type="pres">
      <dgm:prSet presAssocID="{12714FC6-8B41-47E5-91DD-F02D34D23B93}" presName="composite2" presStyleCnt="0"/>
      <dgm:spPr/>
    </dgm:pt>
    <dgm:pt modelId="{55497502-B2C1-4C9F-8208-4801CEBEFB99}" type="pres">
      <dgm:prSet presAssocID="{12714FC6-8B41-47E5-91DD-F02D34D23B93}" presName="background2" presStyleLbl="node2" presStyleIdx="0" presStyleCnt="6"/>
      <dgm:spPr/>
    </dgm:pt>
    <dgm:pt modelId="{878CA21D-1F3F-4F1F-9C65-33D4F37441EE}" type="pres">
      <dgm:prSet presAssocID="{12714FC6-8B41-47E5-91DD-F02D34D23B93}" presName="text2" presStyleLbl="fgAcc2" presStyleIdx="0" presStyleCnt="6">
        <dgm:presLayoutVars>
          <dgm:chPref val="3"/>
        </dgm:presLayoutVars>
      </dgm:prSet>
      <dgm:spPr/>
    </dgm:pt>
    <dgm:pt modelId="{56C5DFBC-3A48-4094-B728-18522A89823B}" type="pres">
      <dgm:prSet presAssocID="{12714FC6-8B41-47E5-91DD-F02D34D23B93}" presName="hierChild3" presStyleCnt="0"/>
      <dgm:spPr/>
    </dgm:pt>
    <dgm:pt modelId="{CA087F00-ADF2-462B-8D00-54496E3814BD}" type="pres">
      <dgm:prSet presAssocID="{034B503C-6181-4F17-9606-4D264C1A3C8A}" presName="Name17" presStyleLbl="parChTrans1D3" presStyleIdx="0" presStyleCnt="5"/>
      <dgm:spPr/>
    </dgm:pt>
    <dgm:pt modelId="{FCCE0644-ADF9-4F4E-B42E-31B9D22CB73F}" type="pres">
      <dgm:prSet presAssocID="{0FDA27F6-0330-402B-894F-9BA357976C58}" presName="hierRoot3" presStyleCnt="0"/>
      <dgm:spPr/>
    </dgm:pt>
    <dgm:pt modelId="{710C6C46-BBBC-44F3-9693-291C885EBFF5}" type="pres">
      <dgm:prSet presAssocID="{0FDA27F6-0330-402B-894F-9BA357976C58}" presName="composite3" presStyleCnt="0"/>
      <dgm:spPr/>
    </dgm:pt>
    <dgm:pt modelId="{16BA2051-E479-4C9E-A3CA-7E28F6322B87}" type="pres">
      <dgm:prSet presAssocID="{0FDA27F6-0330-402B-894F-9BA357976C58}" presName="background3" presStyleLbl="node3" presStyleIdx="0" presStyleCnt="5"/>
      <dgm:spPr/>
    </dgm:pt>
    <dgm:pt modelId="{9240F1B5-9A7B-43FB-B3DB-23AC650844EC}" type="pres">
      <dgm:prSet presAssocID="{0FDA27F6-0330-402B-894F-9BA357976C58}" presName="text3" presStyleLbl="fgAcc3" presStyleIdx="0" presStyleCnt="5">
        <dgm:presLayoutVars>
          <dgm:chPref val="3"/>
        </dgm:presLayoutVars>
      </dgm:prSet>
      <dgm:spPr/>
    </dgm:pt>
    <dgm:pt modelId="{C161F959-11DE-4DD3-B8BD-E0FD11D5227D}" type="pres">
      <dgm:prSet presAssocID="{0FDA27F6-0330-402B-894F-9BA357976C58}" presName="hierChild4" presStyleCnt="0"/>
      <dgm:spPr/>
    </dgm:pt>
    <dgm:pt modelId="{D221302D-90EE-4AEE-94DE-206C5155B036}" type="pres">
      <dgm:prSet presAssocID="{8D5FB264-0A5C-4C3A-85B7-453D9BD837DF}" presName="Name10" presStyleLbl="parChTrans1D2" presStyleIdx="1" presStyleCnt="6"/>
      <dgm:spPr/>
    </dgm:pt>
    <dgm:pt modelId="{E16EE65C-DB13-4829-9EFE-3FD4D6A26D5C}" type="pres">
      <dgm:prSet presAssocID="{4EC42421-831D-4CD3-8215-2AF4300F9C01}" presName="hierRoot2" presStyleCnt="0"/>
      <dgm:spPr/>
    </dgm:pt>
    <dgm:pt modelId="{82C8DA0E-F977-4955-9F85-6993DB71D590}" type="pres">
      <dgm:prSet presAssocID="{4EC42421-831D-4CD3-8215-2AF4300F9C01}" presName="composite2" presStyleCnt="0"/>
      <dgm:spPr/>
    </dgm:pt>
    <dgm:pt modelId="{F2AA09A2-787F-4A11-B787-3C674EE7B86A}" type="pres">
      <dgm:prSet presAssocID="{4EC42421-831D-4CD3-8215-2AF4300F9C01}" presName="background2" presStyleLbl="node2" presStyleIdx="1" presStyleCnt="6"/>
      <dgm:spPr/>
    </dgm:pt>
    <dgm:pt modelId="{0D5F83BF-5242-4277-B041-B99233F03C82}" type="pres">
      <dgm:prSet presAssocID="{4EC42421-831D-4CD3-8215-2AF4300F9C01}" presName="text2" presStyleLbl="fgAcc2" presStyleIdx="1" presStyleCnt="6">
        <dgm:presLayoutVars>
          <dgm:chPref val="3"/>
        </dgm:presLayoutVars>
      </dgm:prSet>
      <dgm:spPr/>
    </dgm:pt>
    <dgm:pt modelId="{69144588-8E1B-4FB8-A520-ED40E030E0E5}" type="pres">
      <dgm:prSet presAssocID="{4EC42421-831D-4CD3-8215-2AF4300F9C01}" presName="hierChild3" presStyleCnt="0"/>
      <dgm:spPr/>
    </dgm:pt>
    <dgm:pt modelId="{5C5B5238-911B-4574-B250-8FCFB288836A}" type="pres">
      <dgm:prSet presAssocID="{7B4C7A24-0750-4477-B027-5A0A73DD0B1E}" presName="Name17" presStyleLbl="parChTrans1D3" presStyleIdx="1" presStyleCnt="5"/>
      <dgm:spPr/>
    </dgm:pt>
    <dgm:pt modelId="{CEB5F028-DE6B-4F2E-A66B-4F5648AC92D5}" type="pres">
      <dgm:prSet presAssocID="{7943BB1B-47C1-43C8-9815-61E78664CCCC}" presName="hierRoot3" presStyleCnt="0"/>
      <dgm:spPr/>
    </dgm:pt>
    <dgm:pt modelId="{C4F30058-6118-41F7-BA08-E890A98326E1}" type="pres">
      <dgm:prSet presAssocID="{7943BB1B-47C1-43C8-9815-61E78664CCCC}" presName="composite3" presStyleCnt="0"/>
      <dgm:spPr/>
    </dgm:pt>
    <dgm:pt modelId="{E2C0836B-5C45-4C32-B334-05630EE1AF77}" type="pres">
      <dgm:prSet presAssocID="{7943BB1B-47C1-43C8-9815-61E78664CCCC}" presName="background3" presStyleLbl="node3" presStyleIdx="1" presStyleCnt="5"/>
      <dgm:spPr/>
    </dgm:pt>
    <dgm:pt modelId="{43BADFC5-E4F2-487C-8B5E-95CFECB8C69E}" type="pres">
      <dgm:prSet presAssocID="{7943BB1B-47C1-43C8-9815-61E78664CCCC}" presName="text3" presStyleLbl="fgAcc3" presStyleIdx="1" presStyleCnt="5">
        <dgm:presLayoutVars>
          <dgm:chPref val="3"/>
        </dgm:presLayoutVars>
      </dgm:prSet>
      <dgm:spPr/>
    </dgm:pt>
    <dgm:pt modelId="{1E68B536-C752-4CDF-8B67-BAFA11BA16B9}" type="pres">
      <dgm:prSet presAssocID="{7943BB1B-47C1-43C8-9815-61E78664CCCC}" presName="hierChild4" presStyleCnt="0"/>
      <dgm:spPr/>
    </dgm:pt>
    <dgm:pt modelId="{3F85E3F4-0E16-4A44-BA58-B0FF90B78EBB}" type="pres">
      <dgm:prSet presAssocID="{CCF68ADE-40B6-47D0-93C1-88EC13ADC8AC}" presName="Name10" presStyleLbl="parChTrans1D2" presStyleIdx="2" presStyleCnt="6"/>
      <dgm:spPr/>
    </dgm:pt>
    <dgm:pt modelId="{0F555037-1CCD-47D3-BE4E-7E65DA7C7101}" type="pres">
      <dgm:prSet presAssocID="{CF717C8A-B40B-4AFF-BF49-65ABB7DF8190}" presName="hierRoot2" presStyleCnt="0"/>
      <dgm:spPr/>
    </dgm:pt>
    <dgm:pt modelId="{B34A1C67-B79A-430A-89DB-F22EA3046655}" type="pres">
      <dgm:prSet presAssocID="{CF717C8A-B40B-4AFF-BF49-65ABB7DF8190}" presName="composite2" presStyleCnt="0"/>
      <dgm:spPr/>
    </dgm:pt>
    <dgm:pt modelId="{4BE45784-ABCD-492A-B5E0-731D5B660971}" type="pres">
      <dgm:prSet presAssocID="{CF717C8A-B40B-4AFF-BF49-65ABB7DF8190}" presName="background2" presStyleLbl="node2" presStyleIdx="2" presStyleCnt="6"/>
      <dgm:spPr/>
    </dgm:pt>
    <dgm:pt modelId="{CCAC61B2-D30B-45D5-9D7F-A87D4B4D4EB7}" type="pres">
      <dgm:prSet presAssocID="{CF717C8A-B40B-4AFF-BF49-65ABB7DF8190}" presName="text2" presStyleLbl="fgAcc2" presStyleIdx="2" presStyleCnt="6">
        <dgm:presLayoutVars>
          <dgm:chPref val="3"/>
        </dgm:presLayoutVars>
      </dgm:prSet>
      <dgm:spPr/>
    </dgm:pt>
    <dgm:pt modelId="{80BC075C-0D88-4102-8FFE-DD11D431E8AE}" type="pres">
      <dgm:prSet presAssocID="{CF717C8A-B40B-4AFF-BF49-65ABB7DF8190}" presName="hierChild3" presStyleCnt="0"/>
      <dgm:spPr/>
    </dgm:pt>
    <dgm:pt modelId="{B1A90779-4A39-448F-8801-CD4A5EA44AE8}" type="pres">
      <dgm:prSet presAssocID="{D9D2F261-F11A-48F9-B4B1-83E9CAC3C09E}" presName="Name17" presStyleLbl="parChTrans1D3" presStyleIdx="2" presStyleCnt="5"/>
      <dgm:spPr/>
    </dgm:pt>
    <dgm:pt modelId="{F216AAA9-0913-4ADA-9CF2-283995D8D0D0}" type="pres">
      <dgm:prSet presAssocID="{855E6FCE-9601-49AA-9C9F-23A91A7B913D}" presName="hierRoot3" presStyleCnt="0"/>
      <dgm:spPr/>
    </dgm:pt>
    <dgm:pt modelId="{75B148E0-78F7-4BF0-96B2-CED836BD61A1}" type="pres">
      <dgm:prSet presAssocID="{855E6FCE-9601-49AA-9C9F-23A91A7B913D}" presName="composite3" presStyleCnt="0"/>
      <dgm:spPr/>
    </dgm:pt>
    <dgm:pt modelId="{244C76B9-D675-4470-B35C-5B0D651F8941}" type="pres">
      <dgm:prSet presAssocID="{855E6FCE-9601-49AA-9C9F-23A91A7B913D}" presName="background3" presStyleLbl="node3" presStyleIdx="2" presStyleCnt="5"/>
      <dgm:spPr/>
    </dgm:pt>
    <dgm:pt modelId="{B6AB70C6-21CB-472F-89AF-890DA5FCE259}" type="pres">
      <dgm:prSet presAssocID="{855E6FCE-9601-49AA-9C9F-23A91A7B913D}" presName="text3" presStyleLbl="fgAcc3" presStyleIdx="2" presStyleCnt="5">
        <dgm:presLayoutVars>
          <dgm:chPref val="3"/>
        </dgm:presLayoutVars>
      </dgm:prSet>
      <dgm:spPr/>
    </dgm:pt>
    <dgm:pt modelId="{FFD3E958-5DB0-4CB8-9FA4-9C96DF871A99}" type="pres">
      <dgm:prSet presAssocID="{855E6FCE-9601-49AA-9C9F-23A91A7B913D}" presName="hierChild4" presStyleCnt="0"/>
      <dgm:spPr/>
    </dgm:pt>
    <dgm:pt modelId="{78909F95-FD47-40ED-9623-39BB655EE07A}" type="pres">
      <dgm:prSet presAssocID="{58512B71-ED62-4F05-BF3B-0938DA63C711}" presName="Name10" presStyleLbl="parChTrans1D2" presStyleIdx="3" presStyleCnt="6"/>
      <dgm:spPr/>
    </dgm:pt>
    <dgm:pt modelId="{BDBF4C3B-4A0C-46F7-8F50-2DFBA493B6B9}" type="pres">
      <dgm:prSet presAssocID="{0EBA615E-3EF3-479C-865B-DC4A679663BF}" presName="hierRoot2" presStyleCnt="0"/>
      <dgm:spPr/>
    </dgm:pt>
    <dgm:pt modelId="{DAB07C1C-1748-4427-9227-BCB1B0DB8EFD}" type="pres">
      <dgm:prSet presAssocID="{0EBA615E-3EF3-479C-865B-DC4A679663BF}" presName="composite2" presStyleCnt="0"/>
      <dgm:spPr/>
    </dgm:pt>
    <dgm:pt modelId="{15863B96-4DD9-4151-8F3A-4D1899F2BBA5}" type="pres">
      <dgm:prSet presAssocID="{0EBA615E-3EF3-479C-865B-DC4A679663BF}" presName="background2" presStyleLbl="node2" presStyleIdx="3" presStyleCnt="6"/>
      <dgm:spPr/>
    </dgm:pt>
    <dgm:pt modelId="{9A320432-D062-4CCE-A2EE-CED0D99008D3}" type="pres">
      <dgm:prSet presAssocID="{0EBA615E-3EF3-479C-865B-DC4A679663BF}" presName="text2" presStyleLbl="fgAcc2" presStyleIdx="3" presStyleCnt="6">
        <dgm:presLayoutVars>
          <dgm:chPref val="3"/>
        </dgm:presLayoutVars>
      </dgm:prSet>
      <dgm:spPr/>
    </dgm:pt>
    <dgm:pt modelId="{DF5C4E91-AC08-45BC-B563-B7BC66F2D6A9}" type="pres">
      <dgm:prSet presAssocID="{0EBA615E-3EF3-479C-865B-DC4A679663BF}" presName="hierChild3" presStyleCnt="0"/>
      <dgm:spPr/>
    </dgm:pt>
    <dgm:pt modelId="{C2FA0079-428B-4118-BBC1-BCF671962378}" type="pres">
      <dgm:prSet presAssocID="{7605C718-AAEC-4186-BA7C-6F14AB7BD869}" presName="Name17" presStyleLbl="parChTrans1D3" presStyleIdx="3" presStyleCnt="5"/>
      <dgm:spPr/>
    </dgm:pt>
    <dgm:pt modelId="{98D4F804-8480-4A66-B128-8A1AFBF73139}" type="pres">
      <dgm:prSet presAssocID="{48BB6C22-93F1-4D3E-A138-EC3395FC7CDC}" presName="hierRoot3" presStyleCnt="0"/>
      <dgm:spPr/>
    </dgm:pt>
    <dgm:pt modelId="{797D8EB3-A51C-4AC1-A7BC-5BF8C7DE35BC}" type="pres">
      <dgm:prSet presAssocID="{48BB6C22-93F1-4D3E-A138-EC3395FC7CDC}" presName="composite3" presStyleCnt="0"/>
      <dgm:spPr/>
    </dgm:pt>
    <dgm:pt modelId="{7D807977-1845-498C-9D94-37346B3BE522}" type="pres">
      <dgm:prSet presAssocID="{48BB6C22-93F1-4D3E-A138-EC3395FC7CDC}" presName="background3" presStyleLbl="node3" presStyleIdx="3" presStyleCnt="5"/>
      <dgm:spPr/>
    </dgm:pt>
    <dgm:pt modelId="{63B25AF0-60FC-4C5D-BE32-A1125D3EE11A}" type="pres">
      <dgm:prSet presAssocID="{48BB6C22-93F1-4D3E-A138-EC3395FC7CDC}" presName="text3" presStyleLbl="fgAcc3" presStyleIdx="3" presStyleCnt="5">
        <dgm:presLayoutVars>
          <dgm:chPref val="3"/>
        </dgm:presLayoutVars>
      </dgm:prSet>
      <dgm:spPr/>
    </dgm:pt>
    <dgm:pt modelId="{EA090F89-AB4F-4A8B-B070-47F3F1FE9A9C}" type="pres">
      <dgm:prSet presAssocID="{48BB6C22-93F1-4D3E-A138-EC3395FC7CDC}" presName="hierChild4" presStyleCnt="0"/>
      <dgm:spPr/>
    </dgm:pt>
    <dgm:pt modelId="{6343BAAE-E1A9-44E8-8896-FF27AD8F1C7E}" type="pres">
      <dgm:prSet presAssocID="{ABC8A8C8-A3C6-4188-8A58-CABF8F764D54}" presName="Name10" presStyleLbl="parChTrans1D2" presStyleIdx="4" presStyleCnt="6"/>
      <dgm:spPr/>
    </dgm:pt>
    <dgm:pt modelId="{1BAAF2EC-25F7-4A87-9377-A35D8CD6C513}" type="pres">
      <dgm:prSet presAssocID="{A7581CC0-9BB5-485B-81C5-D0A0CAEF8E23}" presName="hierRoot2" presStyleCnt="0"/>
      <dgm:spPr/>
    </dgm:pt>
    <dgm:pt modelId="{C4A3415C-7A2C-466F-A950-769B955488F0}" type="pres">
      <dgm:prSet presAssocID="{A7581CC0-9BB5-485B-81C5-D0A0CAEF8E23}" presName="composite2" presStyleCnt="0"/>
      <dgm:spPr/>
    </dgm:pt>
    <dgm:pt modelId="{62B89760-D6D5-48D2-BAAB-504A3D2525AF}" type="pres">
      <dgm:prSet presAssocID="{A7581CC0-9BB5-485B-81C5-D0A0CAEF8E23}" presName="background2" presStyleLbl="node2" presStyleIdx="4" presStyleCnt="6"/>
      <dgm:spPr/>
    </dgm:pt>
    <dgm:pt modelId="{E4FE9D6D-4BAD-46CA-A2C4-092B6184FD7D}" type="pres">
      <dgm:prSet presAssocID="{A7581CC0-9BB5-485B-81C5-D0A0CAEF8E23}" presName="text2" presStyleLbl="fgAcc2" presStyleIdx="4" presStyleCnt="6">
        <dgm:presLayoutVars>
          <dgm:chPref val="3"/>
        </dgm:presLayoutVars>
      </dgm:prSet>
      <dgm:spPr/>
    </dgm:pt>
    <dgm:pt modelId="{7B3E0B01-4833-4AD2-8D16-ED99C7AAC11C}" type="pres">
      <dgm:prSet presAssocID="{A7581CC0-9BB5-485B-81C5-D0A0CAEF8E23}" presName="hierChild3" presStyleCnt="0"/>
      <dgm:spPr/>
    </dgm:pt>
    <dgm:pt modelId="{4FB43C9F-1C09-46EE-ACBC-AF847E910950}" type="pres">
      <dgm:prSet presAssocID="{AE813C4B-5576-4944-B758-8DCA99B5E7C6}" presName="Name17" presStyleLbl="parChTrans1D3" presStyleIdx="4" presStyleCnt="5"/>
      <dgm:spPr/>
    </dgm:pt>
    <dgm:pt modelId="{C5A7AEE9-1B72-481C-B439-060402E87661}" type="pres">
      <dgm:prSet presAssocID="{9760BEE2-DE5E-4FEF-9346-A744E9B7FD72}" presName="hierRoot3" presStyleCnt="0"/>
      <dgm:spPr/>
    </dgm:pt>
    <dgm:pt modelId="{3CBF09EA-5CB7-4A70-8654-B51E3F3063E2}" type="pres">
      <dgm:prSet presAssocID="{9760BEE2-DE5E-4FEF-9346-A744E9B7FD72}" presName="composite3" presStyleCnt="0"/>
      <dgm:spPr/>
    </dgm:pt>
    <dgm:pt modelId="{9E66BFC5-C338-43CD-A960-23F6A5B42591}" type="pres">
      <dgm:prSet presAssocID="{9760BEE2-DE5E-4FEF-9346-A744E9B7FD72}" presName="background3" presStyleLbl="node3" presStyleIdx="4" presStyleCnt="5"/>
      <dgm:spPr/>
    </dgm:pt>
    <dgm:pt modelId="{80A2DA5E-62A6-4E68-B4E5-8FAA9058EA4E}" type="pres">
      <dgm:prSet presAssocID="{9760BEE2-DE5E-4FEF-9346-A744E9B7FD72}" presName="text3" presStyleLbl="fgAcc3" presStyleIdx="4" presStyleCnt="5">
        <dgm:presLayoutVars>
          <dgm:chPref val="3"/>
        </dgm:presLayoutVars>
      </dgm:prSet>
      <dgm:spPr/>
    </dgm:pt>
    <dgm:pt modelId="{AA4EE3D3-517D-49F9-8E6C-4A2A77BF4A73}" type="pres">
      <dgm:prSet presAssocID="{9760BEE2-DE5E-4FEF-9346-A744E9B7FD72}" presName="hierChild4" presStyleCnt="0"/>
      <dgm:spPr/>
    </dgm:pt>
    <dgm:pt modelId="{4F222491-FD56-412B-B211-12CF37F2738A}" type="pres">
      <dgm:prSet presAssocID="{88CDEE85-3676-48C2-B906-B6A624522CCC}" presName="Name10" presStyleLbl="parChTrans1D2" presStyleIdx="5" presStyleCnt="6"/>
      <dgm:spPr/>
    </dgm:pt>
    <dgm:pt modelId="{9AAEE091-9A2B-4F0F-A7CD-63E928B65003}" type="pres">
      <dgm:prSet presAssocID="{9C3DD48C-54ED-41FB-B2A0-F2395953577A}" presName="hierRoot2" presStyleCnt="0"/>
      <dgm:spPr/>
    </dgm:pt>
    <dgm:pt modelId="{C3FEB5E1-3322-4190-8321-6ACB73A8B38E}" type="pres">
      <dgm:prSet presAssocID="{9C3DD48C-54ED-41FB-B2A0-F2395953577A}" presName="composite2" presStyleCnt="0"/>
      <dgm:spPr/>
    </dgm:pt>
    <dgm:pt modelId="{7E913144-97CC-4063-833D-5CB9D50A54B7}" type="pres">
      <dgm:prSet presAssocID="{9C3DD48C-54ED-41FB-B2A0-F2395953577A}" presName="background2" presStyleLbl="node2" presStyleIdx="5" presStyleCnt="6"/>
      <dgm:spPr/>
    </dgm:pt>
    <dgm:pt modelId="{F9D509A6-A34A-425F-BFF3-F71FEAD8350D}" type="pres">
      <dgm:prSet presAssocID="{9C3DD48C-54ED-41FB-B2A0-F2395953577A}" presName="text2" presStyleLbl="fgAcc2" presStyleIdx="5" presStyleCnt="6">
        <dgm:presLayoutVars>
          <dgm:chPref val="3"/>
        </dgm:presLayoutVars>
      </dgm:prSet>
      <dgm:spPr/>
    </dgm:pt>
    <dgm:pt modelId="{049995B3-F394-4134-B48A-D2453542439A}" type="pres">
      <dgm:prSet presAssocID="{9C3DD48C-54ED-41FB-B2A0-F2395953577A}" presName="hierChild3" presStyleCnt="0"/>
      <dgm:spPr/>
    </dgm:pt>
  </dgm:ptLst>
  <dgm:cxnLst>
    <dgm:cxn modelId="{381713CC-E2FC-45D4-9CAA-C74DB69F3C23}" srcId="{A77D31B3-3808-4FBA-8FA4-CC8D448A173E}" destId="{47C757F0-AA23-46BE-9311-EA432CDEEAA1}" srcOrd="0" destOrd="0" parTransId="{AB39B06D-FE6C-48B2-B5B4-77CD0C8CF7AD}" sibTransId="{DF0D1C21-B79E-4875-B7FA-EF183CB48B88}"/>
    <dgm:cxn modelId="{D96CBD79-5849-4A5F-B6FB-F6179BCBE1BA}" srcId="{47C757F0-AA23-46BE-9311-EA432CDEEAA1}" destId="{12714FC6-8B41-47E5-91DD-F02D34D23B93}" srcOrd="0" destOrd="0" parTransId="{EACD17F5-D793-4A43-B489-D1804D50CFEF}" sibTransId="{FA45D93F-0724-4936-AA45-E6762732A19D}"/>
    <dgm:cxn modelId="{9726FA84-8B1C-41BB-9AA2-10D1F65BC921}" srcId="{12714FC6-8B41-47E5-91DD-F02D34D23B93}" destId="{0FDA27F6-0330-402B-894F-9BA357976C58}" srcOrd="0" destOrd="0" parTransId="{034B503C-6181-4F17-9606-4D264C1A3C8A}" sibTransId="{C6E31C24-EAE4-4789-A7E1-C0E7274A3D62}"/>
    <dgm:cxn modelId="{8B817CF3-3974-4D63-915E-D0358A6B9A6D}" srcId="{47C757F0-AA23-46BE-9311-EA432CDEEAA1}" destId="{4EC42421-831D-4CD3-8215-2AF4300F9C01}" srcOrd="1" destOrd="0" parTransId="{8D5FB264-0A5C-4C3A-85B7-453D9BD837DF}" sibTransId="{A1825131-D805-48C8-BFCE-E45C02E6F5CE}"/>
    <dgm:cxn modelId="{4F33A048-373C-4DF5-B4C6-BB445F45C597}" srcId="{4EC42421-831D-4CD3-8215-2AF4300F9C01}" destId="{7943BB1B-47C1-43C8-9815-61E78664CCCC}" srcOrd="0" destOrd="1" parTransId="{7B4C7A24-0750-4477-B027-5A0A73DD0B1E}" sibTransId="{0F8E27D3-8D61-44FF-96EA-A87E8186A6A5}"/>
    <dgm:cxn modelId="{F6DE853F-6696-44B8-91AE-035741F25ACD}" srcId="{47C757F0-AA23-46BE-9311-EA432CDEEAA1}" destId="{CF717C8A-B40B-4AFF-BF49-65ABB7DF8190}" srcOrd="2" destOrd="0" parTransId="{CCF68ADE-40B6-47D0-93C1-88EC13ADC8AC}" sibTransId="{630D3E0B-D1D7-4E1A-8193-515AA5E1866F}"/>
    <dgm:cxn modelId="{CB95C8D3-DC22-4B7C-85F7-3F70732CFD6B}" srcId="{CF717C8A-B40B-4AFF-BF49-65ABB7DF8190}" destId="{855E6FCE-9601-49AA-9C9F-23A91A7B913D}" srcOrd="0" destOrd="2" parTransId="{D9D2F261-F11A-48F9-B4B1-83E9CAC3C09E}" sibTransId="{E6D99148-3FC8-4D4B-91BD-070D8865A66D}"/>
    <dgm:cxn modelId="{36D483C2-57CA-4CD2-8FCE-226DA6430137}" srcId="{47C757F0-AA23-46BE-9311-EA432CDEEAA1}" destId="{0EBA615E-3EF3-479C-865B-DC4A679663BF}" srcOrd="3" destOrd="0" parTransId="{58512B71-ED62-4F05-BF3B-0938DA63C711}" sibTransId="{F2D54BC1-0E56-4C6A-B6E3-39F5EF24EAA8}"/>
    <dgm:cxn modelId="{2F9C343F-C253-4903-9019-B4A0403C0E24}" srcId="{0EBA615E-3EF3-479C-865B-DC4A679663BF}" destId="{48BB6C22-93F1-4D3E-A138-EC3395FC7CDC}" srcOrd="0" destOrd="3" parTransId="{7605C718-AAEC-4186-BA7C-6F14AB7BD869}" sibTransId="{34195663-A1ED-4222-8CD4-B9B2236AEB9C}"/>
    <dgm:cxn modelId="{25365B81-A498-4B0C-8FF5-1DDBAED49027}" srcId="{47C757F0-AA23-46BE-9311-EA432CDEEAA1}" destId="{A7581CC0-9BB5-485B-81C5-D0A0CAEF8E23}" srcOrd="4" destOrd="0" parTransId="{ABC8A8C8-A3C6-4188-8A58-CABF8F764D54}" sibTransId="{0E758DBA-7BCF-4BB6-AA49-004F9E538C00}"/>
    <dgm:cxn modelId="{1B25986B-ACB3-4503-9718-1F22661741E5}" srcId="{A7581CC0-9BB5-485B-81C5-D0A0CAEF8E23}" destId="{9760BEE2-DE5E-4FEF-9346-A744E9B7FD72}" srcOrd="0" destOrd="4" parTransId="{AE813C4B-5576-4944-B758-8DCA99B5E7C6}" sibTransId="{CB333E0B-BF49-49CA-8380-B5BCCD818F89}"/>
    <dgm:cxn modelId="{F5544D81-3CCF-45C7-BA84-9F5B4AB25433}" srcId="{47C757F0-AA23-46BE-9311-EA432CDEEAA1}" destId="{9C3DD48C-54ED-41FB-B2A0-F2395953577A}" srcOrd="5" destOrd="0" parTransId="{88CDEE85-3676-48C2-B906-B6A624522CCC}" sibTransId="{91EAB895-270D-4775-A675-B5AED5F6412E}"/>
    <dgm:cxn modelId="{DFDBD6B3-2C66-4A5D-BADC-BF98A4399F66}" type="presOf" srcId="{A77D31B3-3808-4FBA-8FA4-CC8D448A173E}" destId="{F3B4A304-848B-4A23-B048-68FF518A3B52}" srcOrd="0" destOrd="0" presId="urn:microsoft.com/office/officeart/2005/8/layout/hierarchy1"/>
    <dgm:cxn modelId="{A29D6250-10A1-40FD-AB28-8230F6F277AF}" type="presParOf" srcId="{F3B4A304-848B-4A23-B048-68FF518A3B52}" destId="{3BE02DBF-04DF-4EE5-9A59-B11603AD5CEA}" srcOrd="0" destOrd="0" presId="urn:microsoft.com/office/officeart/2005/8/layout/hierarchy1"/>
    <dgm:cxn modelId="{1F768884-F6D1-4D74-AEA4-63D909248AB9}" type="presParOf" srcId="{3BE02DBF-04DF-4EE5-9A59-B11603AD5CEA}" destId="{B255B23B-CB5C-40E5-8795-508F99B5633F}" srcOrd="0" destOrd="0" presId="urn:microsoft.com/office/officeart/2005/8/layout/hierarchy1"/>
    <dgm:cxn modelId="{DE6F7F75-8E1F-48BD-99E1-66C0AEF3C800}" type="presParOf" srcId="{B255B23B-CB5C-40E5-8795-508F99B5633F}" destId="{0DC8F0E2-BE5E-4D93-8389-F82035DA5230}" srcOrd="0" destOrd="0" presId="urn:microsoft.com/office/officeart/2005/8/layout/hierarchy1"/>
    <dgm:cxn modelId="{E11D7ED1-D58E-41BA-8CF8-04EA332C540A}" type="presParOf" srcId="{B255B23B-CB5C-40E5-8795-508F99B5633F}" destId="{11283EDA-4B01-468B-937F-D4CEB65B5D30}" srcOrd="1" destOrd="0" presId="urn:microsoft.com/office/officeart/2005/8/layout/hierarchy1"/>
    <dgm:cxn modelId="{8EAAB27A-ACCA-4CBE-BB56-AE8FB1E65AE5}" type="presOf" srcId="{47C757F0-AA23-46BE-9311-EA432CDEEAA1}" destId="{11283EDA-4B01-468B-937F-D4CEB65B5D30}" srcOrd="0" destOrd="0" presId="urn:microsoft.com/office/officeart/2005/8/layout/hierarchy1"/>
    <dgm:cxn modelId="{F836F4C5-EE0C-4587-9CAD-820B73A1CFBC}" type="presParOf" srcId="{3BE02DBF-04DF-4EE5-9A59-B11603AD5CEA}" destId="{EDB24C38-6BC4-4273-BDB1-433E351A273C}" srcOrd="1" destOrd="0" presId="urn:microsoft.com/office/officeart/2005/8/layout/hierarchy1"/>
    <dgm:cxn modelId="{C71B4C1E-B690-4206-AF7C-96929DA44348}" type="presParOf" srcId="{EDB24C38-6BC4-4273-BDB1-433E351A273C}" destId="{7579A21B-9CB5-440C-AA0D-E43EFC4F77CB}" srcOrd="0" destOrd="1" presId="urn:microsoft.com/office/officeart/2005/8/layout/hierarchy1"/>
    <dgm:cxn modelId="{ABB8B88D-77BC-4AD9-B49E-FCA4E4AF7ECB}" type="presOf" srcId="{EACD17F5-D793-4A43-B489-D1804D50CFEF}" destId="{7579A21B-9CB5-440C-AA0D-E43EFC4F77CB}" srcOrd="0" destOrd="0" presId="urn:microsoft.com/office/officeart/2005/8/layout/hierarchy1"/>
    <dgm:cxn modelId="{BFB11211-A30A-4AA5-A405-0758E36FB70D}" type="presParOf" srcId="{EDB24C38-6BC4-4273-BDB1-433E351A273C}" destId="{AF0E2E31-D154-4993-AC43-B684BFAC2676}" srcOrd="1" destOrd="1" presId="urn:microsoft.com/office/officeart/2005/8/layout/hierarchy1"/>
    <dgm:cxn modelId="{45641D74-F026-4A93-83D6-1AF0D4F60418}" type="presParOf" srcId="{AF0E2E31-D154-4993-AC43-B684BFAC2676}" destId="{D2C36302-13DB-4340-B4C8-D0040B5993E1}" srcOrd="0" destOrd="1" presId="urn:microsoft.com/office/officeart/2005/8/layout/hierarchy1"/>
    <dgm:cxn modelId="{88009817-4558-41C0-B941-472C26D1D65E}" type="presParOf" srcId="{D2C36302-13DB-4340-B4C8-D0040B5993E1}" destId="{55497502-B2C1-4C9F-8208-4801CEBEFB99}" srcOrd="0" destOrd="0" presId="urn:microsoft.com/office/officeart/2005/8/layout/hierarchy1"/>
    <dgm:cxn modelId="{1D4AE6DE-CAED-48A7-BC96-396FCAC2618A}" type="presParOf" srcId="{D2C36302-13DB-4340-B4C8-D0040B5993E1}" destId="{878CA21D-1F3F-4F1F-9C65-33D4F37441EE}" srcOrd="1" destOrd="0" presId="urn:microsoft.com/office/officeart/2005/8/layout/hierarchy1"/>
    <dgm:cxn modelId="{C7FFA190-71E4-4201-B066-ACC4D5927435}" type="presOf" srcId="{12714FC6-8B41-47E5-91DD-F02D34D23B93}" destId="{878CA21D-1F3F-4F1F-9C65-33D4F37441EE}" srcOrd="0" destOrd="0" presId="urn:microsoft.com/office/officeart/2005/8/layout/hierarchy1"/>
    <dgm:cxn modelId="{65F4C9A8-5CD1-4780-9D25-9586E65D9D3B}" type="presParOf" srcId="{AF0E2E31-D154-4993-AC43-B684BFAC2676}" destId="{56C5DFBC-3A48-4094-B728-18522A89823B}" srcOrd="1" destOrd="1" presId="urn:microsoft.com/office/officeart/2005/8/layout/hierarchy1"/>
    <dgm:cxn modelId="{36A7F694-E67E-4659-B312-F8DA5B45BB3F}" type="presParOf" srcId="{56C5DFBC-3A48-4094-B728-18522A89823B}" destId="{CA087F00-ADF2-462B-8D00-54496E3814BD}" srcOrd="0" destOrd="1" presId="urn:microsoft.com/office/officeart/2005/8/layout/hierarchy1"/>
    <dgm:cxn modelId="{D2E29C8A-7B51-4C38-A9B5-F4320D254FE9}" type="presOf" srcId="{034B503C-6181-4F17-9606-4D264C1A3C8A}" destId="{CA087F00-ADF2-462B-8D00-54496E3814BD}" srcOrd="0" destOrd="0" presId="urn:microsoft.com/office/officeart/2005/8/layout/hierarchy1"/>
    <dgm:cxn modelId="{78B68241-40AD-4354-96BC-756D61B551C6}" type="presParOf" srcId="{56C5DFBC-3A48-4094-B728-18522A89823B}" destId="{FCCE0644-ADF9-4F4E-B42E-31B9D22CB73F}" srcOrd="1" destOrd="1" presId="urn:microsoft.com/office/officeart/2005/8/layout/hierarchy1"/>
    <dgm:cxn modelId="{6F9A6DD2-71B5-4F78-8978-56759157260B}" type="presParOf" srcId="{FCCE0644-ADF9-4F4E-B42E-31B9D22CB73F}" destId="{710C6C46-BBBC-44F3-9693-291C885EBFF5}" srcOrd="0" destOrd="1" presId="urn:microsoft.com/office/officeart/2005/8/layout/hierarchy1"/>
    <dgm:cxn modelId="{311AC406-0CB6-44C4-8452-28EDDD558D56}" type="presParOf" srcId="{710C6C46-BBBC-44F3-9693-291C885EBFF5}" destId="{16BA2051-E479-4C9E-A3CA-7E28F6322B87}" srcOrd="0" destOrd="0" presId="urn:microsoft.com/office/officeart/2005/8/layout/hierarchy1"/>
    <dgm:cxn modelId="{C3DCF35D-1305-46AF-93D5-7A60AD48A8C7}" type="presParOf" srcId="{710C6C46-BBBC-44F3-9693-291C885EBFF5}" destId="{9240F1B5-9A7B-43FB-B3DB-23AC650844EC}" srcOrd="1" destOrd="0" presId="urn:microsoft.com/office/officeart/2005/8/layout/hierarchy1"/>
    <dgm:cxn modelId="{D1B30B49-1E9A-42A0-BE4B-8C3687B63FF1}" type="presOf" srcId="{0FDA27F6-0330-402B-894F-9BA357976C58}" destId="{9240F1B5-9A7B-43FB-B3DB-23AC650844EC}" srcOrd="0" destOrd="0" presId="urn:microsoft.com/office/officeart/2005/8/layout/hierarchy1"/>
    <dgm:cxn modelId="{0FBD4975-B30C-47D9-95E5-8DA62DA94FEE}" type="presParOf" srcId="{FCCE0644-ADF9-4F4E-B42E-31B9D22CB73F}" destId="{C161F959-11DE-4DD3-B8BD-E0FD11D5227D}" srcOrd="1" destOrd="1" presId="urn:microsoft.com/office/officeart/2005/8/layout/hierarchy1"/>
    <dgm:cxn modelId="{5DC04AB3-F0FF-4A0D-A556-DE65D50648F9}" type="presParOf" srcId="{EDB24C38-6BC4-4273-BDB1-433E351A273C}" destId="{D221302D-90EE-4AEE-94DE-206C5155B036}" srcOrd="2" destOrd="1" presId="urn:microsoft.com/office/officeart/2005/8/layout/hierarchy1"/>
    <dgm:cxn modelId="{16F6361E-B799-4E41-A925-9889F4E5C5E3}" type="presOf" srcId="{8D5FB264-0A5C-4C3A-85B7-453D9BD837DF}" destId="{D221302D-90EE-4AEE-94DE-206C5155B036}" srcOrd="0" destOrd="0" presId="urn:microsoft.com/office/officeart/2005/8/layout/hierarchy1"/>
    <dgm:cxn modelId="{312E8E3D-83F5-48E6-9005-48A536499136}" type="presParOf" srcId="{EDB24C38-6BC4-4273-BDB1-433E351A273C}" destId="{E16EE65C-DB13-4829-9EFE-3FD4D6A26D5C}" srcOrd="3" destOrd="1" presId="urn:microsoft.com/office/officeart/2005/8/layout/hierarchy1"/>
    <dgm:cxn modelId="{823FA731-D06E-449D-943E-AFCF6C11A7C9}" type="presParOf" srcId="{E16EE65C-DB13-4829-9EFE-3FD4D6A26D5C}" destId="{82C8DA0E-F977-4955-9F85-6993DB71D590}" srcOrd="0" destOrd="3" presId="urn:microsoft.com/office/officeart/2005/8/layout/hierarchy1"/>
    <dgm:cxn modelId="{6AED67F1-11C3-4315-9877-798CB42F0CA9}" type="presParOf" srcId="{82C8DA0E-F977-4955-9F85-6993DB71D590}" destId="{F2AA09A2-787F-4A11-B787-3C674EE7B86A}" srcOrd="0" destOrd="0" presId="urn:microsoft.com/office/officeart/2005/8/layout/hierarchy1"/>
    <dgm:cxn modelId="{24744601-EFED-4CD8-992C-EA2EF9E33800}" type="presParOf" srcId="{82C8DA0E-F977-4955-9F85-6993DB71D590}" destId="{0D5F83BF-5242-4277-B041-B99233F03C82}" srcOrd="1" destOrd="0" presId="urn:microsoft.com/office/officeart/2005/8/layout/hierarchy1"/>
    <dgm:cxn modelId="{B27341C5-09D5-4F2F-8C82-A8CF7FD8B195}" type="presOf" srcId="{4EC42421-831D-4CD3-8215-2AF4300F9C01}" destId="{0D5F83BF-5242-4277-B041-B99233F03C82}" srcOrd="0" destOrd="0" presId="urn:microsoft.com/office/officeart/2005/8/layout/hierarchy1"/>
    <dgm:cxn modelId="{55CDC048-1C3F-42AE-B547-185193A7E9E5}" type="presParOf" srcId="{E16EE65C-DB13-4829-9EFE-3FD4D6A26D5C}" destId="{69144588-8E1B-4FB8-A520-ED40E030E0E5}" srcOrd="1" destOrd="3" presId="urn:microsoft.com/office/officeart/2005/8/layout/hierarchy1"/>
    <dgm:cxn modelId="{604DC60F-3857-46C4-8F02-397A851DFA63}" type="presParOf" srcId="{69144588-8E1B-4FB8-A520-ED40E030E0E5}" destId="{5C5B5238-911B-4574-B250-8FCFB288836A}" srcOrd="0" destOrd="1" presId="urn:microsoft.com/office/officeart/2005/8/layout/hierarchy1"/>
    <dgm:cxn modelId="{2AD5702B-3B8A-4AF2-AB4A-F25E766D15F8}" type="presOf" srcId="{7B4C7A24-0750-4477-B027-5A0A73DD0B1E}" destId="{5C5B5238-911B-4574-B250-8FCFB288836A}" srcOrd="0" destOrd="0" presId="urn:microsoft.com/office/officeart/2005/8/layout/hierarchy1"/>
    <dgm:cxn modelId="{70007414-4259-45AD-96C3-A1DFD8AC10F5}" type="presParOf" srcId="{69144588-8E1B-4FB8-A520-ED40E030E0E5}" destId="{CEB5F028-DE6B-4F2E-A66B-4F5648AC92D5}" srcOrd="1" destOrd="1" presId="urn:microsoft.com/office/officeart/2005/8/layout/hierarchy1"/>
    <dgm:cxn modelId="{1792B6DD-D521-4A1C-BAF7-932D632F908E}" type="presParOf" srcId="{CEB5F028-DE6B-4F2E-A66B-4F5648AC92D5}" destId="{C4F30058-6118-41F7-BA08-E890A98326E1}" srcOrd="0" destOrd="1" presId="urn:microsoft.com/office/officeart/2005/8/layout/hierarchy1"/>
    <dgm:cxn modelId="{643997DC-A209-4ABB-88F3-72785F76636A}" type="presParOf" srcId="{C4F30058-6118-41F7-BA08-E890A98326E1}" destId="{E2C0836B-5C45-4C32-B334-05630EE1AF77}" srcOrd="0" destOrd="0" presId="urn:microsoft.com/office/officeart/2005/8/layout/hierarchy1"/>
    <dgm:cxn modelId="{468C45D1-3E61-469D-93C3-2D9EB2B3967A}" type="presParOf" srcId="{C4F30058-6118-41F7-BA08-E890A98326E1}" destId="{43BADFC5-E4F2-487C-8B5E-95CFECB8C69E}" srcOrd="1" destOrd="0" presId="urn:microsoft.com/office/officeart/2005/8/layout/hierarchy1"/>
    <dgm:cxn modelId="{1778603A-8C84-4514-83D6-BEC39FA09C2D}" type="presOf" srcId="{7943BB1B-47C1-43C8-9815-61E78664CCCC}" destId="{43BADFC5-E4F2-487C-8B5E-95CFECB8C69E}" srcOrd="0" destOrd="0" presId="urn:microsoft.com/office/officeart/2005/8/layout/hierarchy1"/>
    <dgm:cxn modelId="{D78C1344-FBA6-4B11-BB72-1944056A24A7}" type="presParOf" srcId="{CEB5F028-DE6B-4F2E-A66B-4F5648AC92D5}" destId="{1E68B536-C752-4CDF-8B67-BAFA11BA16B9}" srcOrd="1" destOrd="1" presId="urn:microsoft.com/office/officeart/2005/8/layout/hierarchy1"/>
    <dgm:cxn modelId="{0B6916F5-7FA5-416C-A15B-770DDDE02D81}" type="presParOf" srcId="{EDB24C38-6BC4-4273-BDB1-433E351A273C}" destId="{3F85E3F4-0E16-4A44-BA58-B0FF90B78EBB}" srcOrd="4" destOrd="1" presId="urn:microsoft.com/office/officeart/2005/8/layout/hierarchy1"/>
    <dgm:cxn modelId="{28C229FB-4998-4C6D-88D4-BAED67C2CC55}" type="presOf" srcId="{CCF68ADE-40B6-47D0-93C1-88EC13ADC8AC}" destId="{3F85E3F4-0E16-4A44-BA58-B0FF90B78EBB}" srcOrd="0" destOrd="0" presId="urn:microsoft.com/office/officeart/2005/8/layout/hierarchy1"/>
    <dgm:cxn modelId="{BAFC7311-B326-452C-A6C3-D1FE78B1AF13}" type="presParOf" srcId="{EDB24C38-6BC4-4273-BDB1-433E351A273C}" destId="{0F555037-1CCD-47D3-BE4E-7E65DA7C7101}" srcOrd="5" destOrd="1" presId="urn:microsoft.com/office/officeart/2005/8/layout/hierarchy1"/>
    <dgm:cxn modelId="{5D8C5655-724C-4FAA-AC2B-AD369C4B9A4A}" type="presParOf" srcId="{0F555037-1CCD-47D3-BE4E-7E65DA7C7101}" destId="{B34A1C67-B79A-430A-89DB-F22EA3046655}" srcOrd="0" destOrd="5" presId="urn:microsoft.com/office/officeart/2005/8/layout/hierarchy1"/>
    <dgm:cxn modelId="{4339F71F-0716-4940-BB2B-C5CB2551742D}" type="presParOf" srcId="{B34A1C67-B79A-430A-89DB-F22EA3046655}" destId="{4BE45784-ABCD-492A-B5E0-731D5B660971}" srcOrd="0" destOrd="0" presId="urn:microsoft.com/office/officeart/2005/8/layout/hierarchy1"/>
    <dgm:cxn modelId="{EDB1830C-9785-40FD-9A3C-F000B9A9CDF4}" type="presParOf" srcId="{B34A1C67-B79A-430A-89DB-F22EA3046655}" destId="{CCAC61B2-D30B-45D5-9D7F-A87D4B4D4EB7}" srcOrd="1" destOrd="0" presId="urn:microsoft.com/office/officeart/2005/8/layout/hierarchy1"/>
    <dgm:cxn modelId="{0828AD43-257C-4BEB-8995-AACF743E0F43}" type="presOf" srcId="{CF717C8A-B40B-4AFF-BF49-65ABB7DF8190}" destId="{CCAC61B2-D30B-45D5-9D7F-A87D4B4D4EB7}" srcOrd="0" destOrd="0" presId="urn:microsoft.com/office/officeart/2005/8/layout/hierarchy1"/>
    <dgm:cxn modelId="{16070350-0A64-4FEA-944D-5BB866E0843F}" type="presParOf" srcId="{0F555037-1CCD-47D3-BE4E-7E65DA7C7101}" destId="{80BC075C-0D88-4102-8FFE-DD11D431E8AE}" srcOrd="1" destOrd="5" presId="urn:microsoft.com/office/officeart/2005/8/layout/hierarchy1"/>
    <dgm:cxn modelId="{0221A174-567D-4DD2-9FEE-1E76E8FFC773}" type="presParOf" srcId="{80BC075C-0D88-4102-8FFE-DD11D431E8AE}" destId="{B1A90779-4A39-448F-8801-CD4A5EA44AE8}" srcOrd="0" destOrd="1" presId="urn:microsoft.com/office/officeart/2005/8/layout/hierarchy1"/>
    <dgm:cxn modelId="{77BBB4B0-31CC-4C14-9392-D6FD5CE9C09B}" type="presOf" srcId="{D9D2F261-F11A-48F9-B4B1-83E9CAC3C09E}" destId="{B1A90779-4A39-448F-8801-CD4A5EA44AE8}" srcOrd="0" destOrd="0" presId="urn:microsoft.com/office/officeart/2005/8/layout/hierarchy1"/>
    <dgm:cxn modelId="{CD4E19AF-6268-4D0F-82A2-26A1E377872A}" type="presParOf" srcId="{80BC075C-0D88-4102-8FFE-DD11D431E8AE}" destId="{F216AAA9-0913-4ADA-9CF2-283995D8D0D0}" srcOrd="1" destOrd="1" presId="urn:microsoft.com/office/officeart/2005/8/layout/hierarchy1"/>
    <dgm:cxn modelId="{02DDAE15-2826-44DC-83E5-BBE42663F1B5}" type="presParOf" srcId="{F216AAA9-0913-4ADA-9CF2-283995D8D0D0}" destId="{75B148E0-78F7-4BF0-96B2-CED836BD61A1}" srcOrd="0" destOrd="1" presId="urn:microsoft.com/office/officeart/2005/8/layout/hierarchy1"/>
    <dgm:cxn modelId="{07BC4BAC-E35D-4A10-93F2-F0C3D1CD948D}" type="presParOf" srcId="{75B148E0-78F7-4BF0-96B2-CED836BD61A1}" destId="{244C76B9-D675-4470-B35C-5B0D651F8941}" srcOrd="0" destOrd="0" presId="urn:microsoft.com/office/officeart/2005/8/layout/hierarchy1"/>
    <dgm:cxn modelId="{A0F5C2EA-7817-46F3-81CA-D513510C0A10}" type="presParOf" srcId="{75B148E0-78F7-4BF0-96B2-CED836BD61A1}" destId="{B6AB70C6-21CB-472F-89AF-890DA5FCE259}" srcOrd="1" destOrd="0" presId="urn:microsoft.com/office/officeart/2005/8/layout/hierarchy1"/>
    <dgm:cxn modelId="{AA8D340B-D440-43CC-80D1-67E239C33CD3}" type="presOf" srcId="{855E6FCE-9601-49AA-9C9F-23A91A7B913D}" destId="{B6AB70C6-21CB-472F-89AF-890DA5FCE259}" srcOrd="0" destOrd="0" presId="urn:microsoft.com/office/officeart/2005/8/layout/hierarchy1"/>
    <dgm:cxn modelId="{4249F23D-9A55-45AF-B434-34290CD5C15D}" type="presParOf" srcId="{F216AAA9-0913-4ADA-9CF2-283995D8D0D0}" destId="{FFD3E958-5DB0-4CB8-9FA4-9C96DF871A99}" srcOrd="1" destOrd="1" presId="urn:microsoft.com/office/officeart/2005/8/layout/hierarchy1"/>
    <dgm:cxn modelId="{E25918B8-A153-4FEA-AA4C-3AF970F7F700}" type="presParOf" srcId="{EDB24C38-6BC4-4273-BDB1-433E351A273C}" destId="{78909F95-FD47-40ED-9623-39BB655EE07A}" srcOrd="6" destOrd="1" presId="urn:microsoft.com/office/officeart/2005/8/layout/hierarchy1"/>
    <dgm:cxn modelId="{1F63EDD9-7004-4B02-874F-AED04AD7DE18}" type="presOf" srcId="{58512B71-ED62-4F05-BF3B-0938DA63C711}" destId="{78909F95-FD47-40ED-9623-39BB655EE07A}" srcOrd="0" destOrd="0" presId="urn:microsoft.com/office/officeart/2005/8/layout/hierarchy1"/>
    <dgm:cxn modelId="{2D97F1EF-6F8E-4477-A7B6-2B8552C2FACC}" type="presParOf" srcId="{EDB24C38-6BC4-4273-BDB1-433E351A273C}" destId="{BDBF4C3B-4A0C-46F7-8F50-2DFBA493B6B9}" srcOrd="7" destOrd="1" presId="urn:microsoft.com/office/officeart/2005/8/layout/hierarchy1"/>
    <dgm:cxn modelId="{BED1831D-1F1C-4689-8924-4DF7C981E4EA}" type="presParOf" srcId="{BDBF4C3B-4A0C-46F7-8F50-2DFBA493B6B9}" destId="{DAB07C1C-1748-4427-9227-BCB1B0DB8EFD}" srcOrd="0" destOrd="7" presId="urn:microsoft.com/office/officeart/2005/8/layout/hierarchy1"/>
    <dgm:cxn modelId="{F0EAB2A1-7ACC-4DD2-ABEA-C172B589F216}" type="presParOf" srcId="{DAB07C1C-1748-4427-9227-BCB1B0DB8EFD}" destId="{15863B96-4DD9-4151-8F3A-4D1899F2BBA5}" srcOrd="0" destOrd="0" presId="urn:microsoft.com/office/officeart/2005/8/layout/hierarchy1"/>
    <dgm:cxn modelId="{FC724350-8D08-4A58-8A62-D54CB1C18D96}" type="presParOf" srcId="{DAB07C1C-1748-4427-9227-BCB1B0DB8EFD}" destId="{9A320432-D062-4CCE-A2EE-CED0D99008D3}" srcOrd="1" destOrd="0" presId="urn:microsoft.com/office/officeart/2005/8/layout/hierarchy1"/>
    <dgm:cxn modelId="{895E7F8B-CD71-4B4A-AE65-9B5BE74F916A}" type="presOf" srcId="{0EBA615E-3EF3-479C-865B-DC4A679663BF}" destId="{9A320432-D062-4CCE-A2EE-CED0D99008D3}" srcOrd="0" destOrd="0" presId="urn:microsoft.com/office/officeart/2005/8/layout/hierarchy1"/>
    <dgm:cxn modelId="{A2CBE4A6-0FA8-46E5-82E9-4697FE7F0773}" type="presParOf" srcId="{BDBF4C3B-4A0C-46F7-8F50-2DFBA493B6B9}" destId="{DF5C4E91-AC08-45BC-B563-B7BC66F2D6A9}" srcOrd="1" destOrd="7" presId="urn:microsoft.com/office/officeart/2005/8/layout/hierarchy1"/>
    <dgm:cxn modelId="{9255DB33-78CF-40C1-9927-8D45E4172628}" type="presParOf" srcId="{DF5C4E91-AC08-45BC-B563-B7BC66F2D6A9}" destId="{C2FA0079-428B-4118-BBC1-BCF671962378}" srcOrd="0" destOrd="1" presId="urn:microsoft.com/office/officeart/2005/8/layout/hierarchy1"/>
    <dgm:cxn modelId="{08C0723C-0E68-4C77-ABCD-FDCF9B680249}" type="presOf" srcId="{7605C718-AAEC-4186-BA7C-6F14AB7BD869}" destId="{C2FA0079-428B-4118-BBC1-BCF671962378}" srcOrd="0" destOrd="0" presId="urn:microsoft.com/office/officeart/2005/8/layout/hierarchy1"/>
    <dgm:cxn modelId="{4B135B3E-EF7F-45E6-AC3B-032D52F8B0DE}" type="presParOf" srcId="{DF5C4E91-AC08-45BC-B563-B7BC66F2D6A9}" destId="{98D4F804-8480-4A66-B128-8A1AFBF73139}" srcOrd="1" destOrd="1" presId="urn:microsoft.com/office/officeart/2005/8/layout/hierarchy1"/>
    <dgm:cxn modelId="{1103578B-6B78-4CF7-9CFF-E85E50A0A612}" type="presParOf" srcId="{98D4F804-8480-4A66-B128-8A1AFBF73139}" destId="{797D8EB3-A51C-4AC1-A7BC-5BF8C7DE35BC}" srcOrd="0" destOrd="1" presId="urn:microsoft.com/office/officeart/2005/8/layout/hierarchy1"/>
    <dgm:cxn modelId="{70A20D27-79C1-4A9E-9490-4C5154159BCB}" type="presParOf" srcId="{797D8EB3-A51C-4AC1-A7BC-5BF8C7DE35BC}" destId="{7D807977-1845-498C-9D94-37346B3BE522}" srcOrd="0" destOrd="0" presId="urn:microsoft.com/office/officeart/2005/8/layout/hierarchy1"/>
    <dgm:cxn modelId="{F241512E-F3E4-41EB-8B3F-C19BE1049139}" type="presParOf" srcId="{797D8EB3-A51C-4AC1-A7BC-5BF8C7DE35BC}" destId="{63B25AF0-60FC-4C5D-BE32-A1125D3EE11A}" srcOrd="1" destOrd="0" presId="urn:microsoft.com/office/officeart/2005/8/layout/hierarchy1"/>
    <dgm:cxn modelId="{5B952F62-63C9-4332-BFBF-32E9D8FB4688}" type="presOf" srcId="{48BB6C22-93F1-4D3E-A138-EC3395FC7CDC}" destId="{63B25AF0-60FC-4C5D-BE32-A1125D3EE11A}" srcOrd="0" destOrd="0" presId="urn:microsoft.com/office/officeart/2005/8/layout/hierarchy1"/>
    <dgm:cxn modelId="{516CEAB0-97FC-466A-862B-EA00064BCB43}" type="presParOf" srcId="{98D4F804-8480-4A66-B128-8A1AFBF73139}" destId="{EA090F89-AB4F-4A8B-B070-47F3F1FE9A9C}" srcOrd="1" destOrd="1" presId="urn:microsoft.com/office/officeart/2005/8/layout/hierarchy1"/>
    <dgm:cxn modelId="{95B3A94E-722A-459B-8C24-34D22D61F1DF}" type="presParOf" srcId="{EDB24C38-6BC4-4273-BDB1-433E351A273C}" destId="{6343BAAE-E1A9-44E8-8896-FF27AD8F1C7E}" srcOrd="8" destOrd="1" presId="urn:microsoft.com/office/officeart/2005/8/layout/hierarchy1"/>
    <dgm:cxn modelId="{40E6B600-6678-412C-8F3D-EAE33B119CED}" type="presOf" srcId="{ABC8A8C8-A3C6-4188-8A58-CABF8F764D54}" destId="{6343BAAE-E1A9-44E8-8896-FF27AD8F1C7E}" srcOrd="0" destOrd="0" presId="urn:microsoft.com/office/officeart/2005/8/layout/hierarchy1"/>
    <dgm:cxn modelId="{A3F431AB-B192-4C7F-90FC-EC1314A2AFEA}" type="presParOf" srcId="{EDB24C38-6BC4-4273-BDB1-433E351A273C}" destId="{1BAAF2EC-25F7-4A87-9377-A35D8CD6C513}" srcOrd="9" destOrd="1" presId="urn:microsoft.com/office/officeart/2005/8/layout/hierarchy1"/>
    <dgm:cxn modelId="{5749BDF8-D44D-4E73-9EDA-DCB681D52D57}" type="presParOf" srcId="{1BAAF2EC-25F7-4A87-9377-A35D8CD6C513}" destId="{C4A3415C-7A2C-466F-A950-769B955488F0}" srcOrd="0" destOrd="9" presId="urn:microsoft.com/office/officeart/2005/8/layout/hierarchy1"/>
    <dgm:cxn modelId="{DC9A7903-8926-4D38-832C-5333F93419FB}" type="presParOf" srcId="{C4A3415C-7A2C-466F-A950-769B955488F0}" destId="{62B89760-D6D5-48D2-BAAB-504A3D2525AF}" srcOrd="0" destOrd="0" presId="urn:microsoft.com/office/officeart/2005/8/layout/hierarchy1"/>
    <dgm:cxn modelId="{AB7E9FD1-68C0-416E-A0B5-5344C6ADF41A}" type="presParOf" srcId="{C4A3415C-7A2C-466F-A950-769B955488F0}" destId="{E4FE9D6D-4BAD-46CA-A2C4-092B6184FD7D}" srcOrd="1" destOrd="0" presId="urn:microsoft.com/office/officeart/2005/8/layout/hierarchy1"/>
    <dgm:cxn modelId="{079E03CC-4A8F-4CA7-879C-244B8C1CDE45}" type="presOf" srcId="{A7581CC0-9BB5-485B-81C5-D0A0CAEF8E23}" destId="{E4FE9D6D-4BAD-46CA-A2C4-092B6184FD7D}" srcOrd="0" destOrd="0" presId="urn:microsoft.com/office/officeart/2005/8/layout/hierarchy1"/>
    <dgm:cxn modelId="{CDDF52AD-F31F-4189-BF99-701E20B5AC72}" type="presParOf" srcId="{1BAAF2EC-25F7-4A87-9377-A35D8CD6C513}" destId="{7B3E0B01-4833-4AD2-8D16-ED99C7AAC11C}" srcOrd="1" destOrd="9" presId="urn:microsoft.com/office/officeart/2005/8/layout/hierarchy1"/>
    <dgm:cxn modelId="{BF37DE74-DD72-47B8-906A-5D8B9F57FCA6}" type="presParOf" srcId="{7B3E0B01-4833-4AD2-8D16-ED99C7AAC11C}" destId="{4FB43C9F-1C09-46EE-ACBC-AF847E910950}" srcOrd="0" destOrd="1" presId="urn:microsoft.com/office/officeart/2005/8/layout/hierarchy1"/>
    <dgm:cxn modelId="{635549FE-74CB-40B6-912A-435EC200B667}" type="presOf" srcId="{AE813C4B-5576-4944-B758-8DCA99B5E7C6}" destId="{4FB43C9F-1C09-46EE-ACBC-AF847E910950}" srcOrd="0" destOrd="0" presId="urn:microsoft.com/office/officeart/2005/8/layout/hierarchy1"/>
    <dgm:cxn modelId="{E407FF1A-F8E1-4B7C-87E1-28FB31E85584}" type="presParOf" srcId="{7B3E0B01-4833-4AD2-8D16-ED99C7AAC11C}" destId="{C5A7AEE9-1B72-481C-B439-060402E87661}" srcOrd="1" destOrd="1" presId="urn:microsoft.com/office/officeart/2005/8/layout/hierarchy1"/>
    <dgm:cxn modelId="{684CC21D-ACEF-4EBD-8290-01F06573900E}" type="presParOf" srcId="{C5A7AEE9-1B72-481C-B439-060402E87661}" destId="{3CBF09EA-5CB7-4A70-8654-B51E3F3063E2}" srcOrd="0" destOrd="1" presId="urn:microsoft.com/office/officeart/2005/8/layout/hierarchy1"/>
    <dgm:cxn modelId="{EE4138F2-C543-4EA2-A911-EA61BF296F16}" type="presParOf" srcId="{3CBF09EA-5CB7-4A70-8654-B51E3F3063E2}" destId="{9E66BFC5-C338-43CD-A960-23F6A5B42591}" srcOrd="0" destOrd="0" presId="urn:microsoft.com/office/officeart/2005/8/layout/hierarchy1"/>
    <dgm:cxn modelId="{9E07B81A-514D-4706-AB40-DC662278A384}" type="presParOf" srcId="{3CBF09EA-5CB7-4A70-8654-B51E3F3063E2}" destId="{80A2DA5E-62A6-4E68-B4E5-8FAA9058EA4E}" srcOrd="1" destOrd="0" presId="urn:microsoft.com/office/officeart/2005/8/layout/hierarchy1"/>
    <dgm:cxn modelId="{071DA524-2CB2-48A3-957B-F96774BEC331}" type="presOf" srcId="{9760BEE2-DE5E-4FEF-9346-A744E9B7FD72}" destId="{80A2DA5E-62A6-4E68-B4E5-8FAA9058EA4E}" srcOrd="0" destOrd="0" presId="urn:microsoft.com/office/officeart/2005/8/layout/hierarchy1"/>
    <dgm:cxn modelId="{C8E14217-C62B-40AA-B8C7-913BE9D130F7}" type="presParOf" srcId="{C5A7AEE9-1B72-481C-B439-060402E87661}" destId="{AA4EE3D3-517D-49F9-8E6C-4A2A77BF4A73}" srcOrd="1" destOrd="1" presId="urn:microsoft.com/office/officeart/2005/8/layout/hierarchy1"/>
    <dgm:cxn modelId="{2AFA68ED-45B1-4F1A-97C8-70ADA8E25298}" type="presParOf" srcId="{EDB24C38-6BC4-4273-BDB1-433E351A273C}" destId="{4F222491-FD56-412B-B211-12CF37F2738A}" srcOrd="10" destOrd="1" presId="urn:microsoft.com/office/officeart/2005/8/layout/hierarchy1"/>
    <dgm:cxn modelId="{0A257ECB-F32C-44FF-96D9-195F83128A73}" type="presOf" srcId="{88CDEE85-3676-48C2-B906-B6A624522CCC}" destId="{4F222491-FD56-412B-B211-12CF37F2738A}" srcOrd="0" destOrd="0" presId="urn:microsoft.com/office/officeart/2005/8/layout/hierarchy1"/>
    <dgm:cxn modelId="{A2E205E5-ABA4-4D5A-BA50-9AC5B8946968}" type="presParOf" srcId="{EDB24C38-6BC4-4273-BDB1-433E351A273C}" destId="{9AAEE091-9A2B-4F0F-A7CD-63E928B65003}" srcOrd="11" destOrd="1" presId="urn:microsoft.com/office/officeart/2005/8/layout/hierarchy1"/>
    <dgm:cxn modelId="{7A2C6815-B63D-4EB5-A54D-DE39BCAD8D49}" type="presParOf" srcId="{9AAEE091-9A2B-4F0F-A7CD-63E928B65003}" destId="{C3FEB5E1-3322-4190-8321-6ACB73A8B38E}" srcOrd="0" destOrd="11" presId="urn:microsoft.com/office/officeart/2005/8/layout/hierarchy1"/>
    <dgm:cxn modelId="{05F028F2-67D4-4383-87D4-D5071FB11B37}" type="presParOf" srcId="{C3FEB5E1-3322-4190-8321-6ACB73A8B38E}" destId="{7E913144-97CC-4063-833D-5CB9D50A54B7}" srcOrd="0" destOrd="0" presId="urn:microsoft.com/office/officeart/2005/8/layout/hierarchy1"/>
    <dgm:cxn modelId="{97772B47-808F-4C78-A230-BA710C3B31AD}" type="presParOf" srcId="{C3FEB5E1-3322-4190-8321-6ACB73A8B38E}" destId="{F9D509A6-A34A-425F-BFF3-F71FEAD8350D}" srcOrd="1" destOrd="0" presId="urn:microsoft.com/office/officeart/2005/8/layout/hierarchy1"/>
    <dgm:cxn modelId="{C8D1C606-657D-40AF-8248-1B7A00352AD0}" type="presOf" srcId="{9C3DD48C-54ED-41FB-B2A0-F2395953577A}" destId="{F9D509A6-A34A-425F-BFF3-F71FEAD8350D}" srcOrd="0" destOrd="0" presId="urn:microsoft.com/office/officeart/2005/8/layout/hierarchy1"/>
    <dgm:cxn modelId="{0231A5C2-2EA1-4337-99A5-84C2C17C9AF9}" type="presParOf" srcId="{9AAEE091-9A2B-4F0F-A7CD-63E928B65003}" destId="{049995B3-F394-4134-B48A-D2453542439A}" srcOrd="1" destOrd="11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4707890"/>
        <a:chOff x="0" y="0"/>
        <a:chExt cx="8128000" cy="4707890"/>
      </a:xfrm>
    </dsp:grpSpPr>
    <dsp:sp modelId="{391F47D8-28BD-485A-814A-49ADFF7805CB}">
      <dsp:nvSpPr>
        <dsp:cNvPr id="3" name="燕尾形 2"/>
        <dsp:cNvSpPr/>
      </dsp:nvSpPr>
      <dsp:spPr bwMode="white">
        <a:xfrm rot="5400000">
          <a:off x="-155380" y="155380"/>
          <a:ext cx="1035870" cy="725109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采集</a:t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-155380" y="155380"/>
        <a:ext cx="1035870" cy="725109"/>
      </dsp:txXfrm>
    </dsp:sp>
    <dsp:sp modelId="{FA23EC4B-CA69-4FED-BF91-74391FCD01FE}">
      <dsp:nvSpPr>
        <dsp:cNvPr id="4" name="同侧圆角矩形 3"/>
        <dsp:cNvSpPr/>
      </dsp:nvSpPr>
      <dsp:spPr bwMode="white">
        <a:xfrm rot="5400000">
          <a:off x="4089897" y="-3364788"/>
          <a:ext cx="673315" cy="740289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8016" tIns="11430" rIns="11430" bIns="1143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多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模态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数据聚合，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驾驶员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个人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信息</a:t>
          </a:r>
          <a:r>
            <a:rPr lang="en-US" altLang="zh-CN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+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行驶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数据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，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共同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构建</a:t>
          </a:r>
          <a:endParaRPr lang="zh-CN" altLang="en-US" sz="18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 rot="5400000">
        <a:off x="4089897" y="-3364788"/>
        <a:ext cx="673315" cy="7402891"/>
      </dsp:txXfrm>
    </dsp:sp>
    <dsp:sp modelId="{FECB1078-33A0-4ADB-ADAD-5808D7084360}">
      <dsp:nvSpPr>
        <dsp:cNvPr id="5" name="燕尾形 4"/>
        <dsp:cNvSpPr/>
      </dsp:nvSpPr>
      <dsp:spPr bwMode="white">
        <a:xfrm rot="5400000">
          <a:off x="-155380" y="1073386"/>
          <a:ext cx="1035870" cy="725109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数据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处理</a:t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-155380" y="1073386"/>
        <a:ext cx="1035870" cy="725109"/>
      </dsp:txXfrm>
    </dsp:sp>
    <dsp:sp modelId="{5DE3EC2B-D17C-4473-93BA-1CE17B00BEAB}">
      <dsp:nvSpPr>
        <dsp:cNvPr id="6" name="同侧圆角矩形 5"/>
        <dsp:cNvSpPr/>
      </dsp:nvSpPr>
      <dsp:spPr bwMode="white">
        <a:xfrm rot="5400000">
          <a:off x="4089897" y="-2446783"/>
          <a:ext cx="673315" cy="740289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8016" tIns="11430" rIns="11430" bIns="1143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数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据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清洗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；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特征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提取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；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视频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分析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；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数据标注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；存储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数据</a:t>
          </a:r>
          <a:endParaRPr lang="zh-CN" altLang="en-US" sz="18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sp:txBody>
      <dsp:txXfrm rot="5400000">
        <a:off x="4089897" y="-2446783"/>
        <a:ext cx="673315" cy="7402891"/>
      </dsp:txXfrm>
    </dsp:sp>
    <dsp:sp modelId="{BC71400B-9291-41B1-8C22-78AE62C2330B}">
      <dsp:nvSpPr>
        <dsp:cNvPr id="7" name="燕尾形 6"/>
        <dsp:cNvSpPr/>
      </dsp:nvSpPr>
      <dsp:spPr bwMode="white">
        <a:xfrm rot="5400000">
          <a:off x="-155380" y="1991391"/>
          <a:ext cx="1035870" cy="725109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模型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构建</a:t>
          </a:r>
          <a:endParaRPr lang="zh-CN" altLang="en-US" sz="18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-155380" y="1991391"/>
        <a:ext cx="1035870" cy="725109"/>
      </dsp:txXfrm>
    </dsp:sp>
    <dsp:sp modelId="{EF088BEE-625A-496C-B958-3464C96F3939}">
      <dsp:nvSpPr>
        <dsp:cNvPr id="8" name="同侧圆角矩形 7"/>
        <dsp:cNvSpPr/>
      </dsp:nvSpPr>
      <dsp:spPr bwMode="white">
        <a:xfrm rot="5400000">
          <a:off x="4089897" y="-1528778"/>
          <a:ext cx="673315" cy="740289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8016" tIns="11430" rIns="11430" bIns="1143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通过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模型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将特征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数据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转化为标签</a:t>
          </a:r>
          <a:endParaRPr lang="zh-CN" altLang="en-US" sz="18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 rot="5400000">
        <a:off x="4089897" y="-1528778"/>
        <a:ext cx="673315" cy="7402891"/>
      </dsp:txXfrm>
    </dsp:sp>
    <dsp:sp modelId="{7BCFD16B-60DE-4AF9-890B-30A84A69E2DC}">
      <dsp:nvSpPr>
        <dsp:cNvPr id="9" name="燕尾形 8"/>
        <dsp:cNvSpPr/>
      </dsp:nvSpPr>
      <dsp:spPr bwMode="white">
        <a:xfrm rot="5400000">
          <a:off x="-155380" y="2909396"/>
          <a:ext cx="1035870" cy="725109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生成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画像</a:t>
          </a:r>
          <a:endParaRPr lang="zh-CN" sz="18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-155380" y="2909396"/>
        <a:ext cx="1035870" cy="725109"/>
      </dsp:txXfrm>
    </dsp:sp>
    <dsp:sp modelId="{369DA250-8DB3-4019-8A10-AD47FFE0C640}">
      <dsp:nvSpPr>
        <dsp:cNvPr id="10" name="同侧圆角矩形 9"/>
        <dsp:cNvSpPr/>
      </dsp:nvSpPr>
      <dsp:spPr bwMode="white">
        <a:xfrm rot="5400000">
          <a:off x="4089897" y="-610773"/>
          <a:ext cx="673315" cy="740289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8016" tIns="11430" rIns="11430" bIns="1143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画像聚合；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历史</a:t>
          </a:r>
          <a:r>
            <a: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画像；</a:t>
          </a:r>
          <a:endParaRPr lang="zh-CN" altLang="en-US" sz="18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4089897" y="-610773"/>
        <a:ext cx="673315" cy="7402891"/>
      </dsp:txXfrm>
    </dsp:sp>
    <dsp:sp modelId="{E12FCE6E-15E9-4806-9D37-D7BA71A3CCB4}">
      <dsp:nvSpPr>
        <dsp:cNvPr id="11" name="燕尾形 10"/>
        <dsp:cNvSpPr/>
      </dsp:nvSpPr>
      <dsp:spPr bwMode="white">
        <a:xfrm rot="5400000">
          <a:off x="-155380" y="3827401"/>
          <a:ext cx="1035870" cy="725109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应用</a:t>
          </a:r>
          <a:r>
            <a:rPr 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sz="18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-155380" y="3827401"/>
        <a:ext cx="1035870" cy="725109"/>
      </dsp:txXfrm>
    </dsp:sp>
    <dsp:sp modelId="{CA8D68DF-0749-4EF6-AB20-E888AB661C85}">
      <dsp:nvSpPr>
        <dsp:cNvPr id="12" name="同侧圆角矩形 11"/>
        <dsp:cNvSpPr/>
      </dsp:nvSpPr>
      <dsp:spPr bwMode="white">
        <a:xfrm rot="5400000">
          <a:off x="4089897" y="307232"/>
          <a:ext cx="673315" cy="740289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8016" tIns="11430" rIns="11430" bIns="1143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报表</a:t>
          </a:r>
          <a:r>
            <a:rPr lang="zh-CN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与</a:t>
          </a:r>
          <a:r>
            <a:rPr lang="zh-CN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可视化；</a:t>
          </a:r>
          <a:endParaRPr lang="zh-CN" sz="18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4089897" y="307232"/>
        <a:ext cx="673315" cy="74028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297285" cy="5739130"/>
        <a:chOff x="0" y="0"/>
        <a:chExt cx="11297285" cy="5739130"/>
      </a:xfrm>
    </dsp:grpSpPr>
    <dsp:sp modelId="{7579A21B-9CB5-440C-AA0D-E43EFC4F77CB}">
      <dsp:nvSpPr>
        <dsp:cNvPr id="5" name="任意多边形 4"/>
        <dsp:cNvSpPr/>
      </dsp:nvSpPr>
      <dsp:spPr bwMode="white">
        <a:xfrm>
          <a:off x="782120" y="1851168"/>
          <a:ext cx="4784986" cy="439194"/>
        </a:xfrm>
        <a:custGeom>
          <a:avLst/>
          <a:gdLst/>
          <a:ahLst/>
          <a:cxnLst/>
          <a:pathLst>
            <a:path w="7535" h="692">
              <a:moveTo>
                <a:pt x="7535" y="0"/>
              </a:moveTo>
              <a:lnTo>
                <a:pt x="7535" y="555"/>
              </a:lnTo>
              <a:lnTo>
                <a:pt x="0" y="555"/>
              </a:lnTo>
              <a:lnTo>
                <a:pt x="0" y="69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782120" y="1851168"/>
        <a:ext cx="4784986" cy="439194"/>
      </dsp:txXfrm>
    </dsp:sp>
    <dsp:sp modelId="{CA087F00-ADF2-462B-8D00-54496E3814BD}">
      <dsp:nvSpPr>
        <dsp:cNvPr id="8" name="任意多边形 7"/>
        <dsp:cNvSpPr/>
      </dsp:nvSpPr>
      <dsp:spPr bwMode="white">
        <a:xfrm>
          <a:off x="782120" y="3283654"/>
          <a:ext cx="0" cy="455802"/>
        </a:xfrm>
        <a:custGeom>
          <a:avLst/>
          <a:gdLst/>
          <a:ahLst/>
          <a:cxnLst/>
          <a:pathLst>
            <a:path h="718">
              <a:moveTo>
                <a:pt x="0" y="0"/>
              </a:moveTo>
              <a:lnTo>
                <a:pt x="0" y="718"/>
              </a:lnTo>
            </a:path>
          </a:pathLst>
        </a:custGeom>
      </dsp:spPr>
      <dsp:style>
        <a:lnRef idx="2">
          <a:schemeClr val="accent1">
            <a:tint val="70000"/>
          </a:schemeClr>
        </a:lnRef>
        <a:fillRef idx="0">
          <a:schemeClr val="accent1">
            <a:tint val="70000"/>
          </a:schemeClr>
        </a:fillRef>
        <a:effectRef idx="0">
          <a:scrgbClr r="0" g="0" b="0"/>
        </a:effectRef>
        <a:fontRef idx="minor"/>
      </dsp:style>
      <dsp:txXfrm>
        <a:off x="782120" y="3283654"/>
        <a:ext cx="0" cy="455802"/>
      </dsp:txXfrm>
    </dsp:sp>
    <dsp:sp modelId="{D221302D-90EE-4AEE-94DE-206C5155B036}">
      <dsp:nvSpPr>
        <dsp:cNvPr id="11" name="任意多边形 10"/>
        <dsp:cNvSpPr/>
      </dsp:nvSpPr>
      <dsp:spPr bwMode="white">
        <a:xfrm>
          <a:off x="2693968" y="1851168"/>
          <a:ext cx="2873138" cy="439194"/>
        </a:xfrm>
        <a:custGeom>
          <a:avLst/>
          <a:gdLst/>
          <a:ahLst/>
          <a:cxnLst/>
          <a:pathLst>
            <a:path w="4525" h="692">
              <a:moveTo>
                <a:pt x="4525" y="0"/>
              </a:moveTo>
              <a:lnTo>
                <a:pt x="4525" y="555"/>
              </a:lnTo>
              <a:lnTo>
                <a:pt x="0" y="555"/>
              </a:lnTo>
              <a:lnTo>
                <a:pt x="0" y="69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693968" y="1851168"/>
        <a:ext cx="2873138" cy="439194"/>
      </dsp:txXfrm>
    </dsp:sp>
    <dsp:sp modelId="{5C5B5238-911B-4574-B250-8FCFB288836A}">
      <dsp:nvSpPr>
        <dsp:cNvPr id="14" name="任意多边形 13"/>
        <dsp:cNvSpPr/>
      </dsp:nvSpPr>
      <dsp:spPr bwMode="white">
        <a:xfrm>
          <a:off x="2693968" y="3283654"/>
          <a:ext cx="0" cy="455802"/>
        </a:xfrm>
        <a:custGeom>
          <a:avLst/>
          <a:gdLst/>
          <a:ahLst/>
          <a:cxnLst/>
          <a:pathLst>
            <a:path h="718">
              <a:moveTo>
                <a:pt x="0" y="0"/>
              </a:moveTo>
              <a:lnTo>
                <a:pt x="0" y="718"/>
              </a:lnTo>
            </a:path>
          </a:pathLst>
        </a:custGeom>
      </dsp:spPr>
      <dsp:style>
        <a:lnRef idx="2">
          <a:schemeClr val="accent1">
            <a:tint val="70000"/>
          </a:schemeClr>
        </a:lnRef>
        <a:fillRef idx="0">
          <a:schemeClr val="accent1">
            <a:tint val="70000"/>
          </a:schemeClr>
        </a:fillRef>
        <a:effectRef idx="0">
          <a:scrgbClr r="0" g="0" b="0"/>
        </a:effectRef>
        <a:fontRef idx="minor"/>
      </dsp:style>
      <dsp:txXfrm>
        <a:off x="2693968" y="3283654"/>
        <a:ext cx="0" cy="455802"/>
      </dsp:txXfrm>
    </dsp:sp>
    <dsp:sp modelId="{3F85E3F4-0E16-4A44-BA58-B0FF90B78EBB}">
      <dsp:nvSpPr>
        <dsp:cNvPr id="17" name="任意多边形 16"/>
        <dsp:cNvSpPr/>
      </dsp:nvSpPr>
      <dsp:spPr bwMode="white">
        <a:xfrm>
          <a:off x="4605816" y="1851168"/>
          <a:ext cx="961289" cy="439194"/>
        </a:xfrm>
        <a:custGeom>
          <a:avLst/>
          <a:gdLst/>
          <a:ahLst/>
          <a:cxnLst/>
          <a:pathLst>
            <a:path w="1514" h="692">
              <a:moveTo>
                <a:pt x="1514" y="0"/>
              </a:moveTo>
              <a:lnTo>
                <a:pt x="1514" y="555"/>
              </a:lnTo>
              <a:lnTo>
                <a:pt x="0" y="555"/>
              </a:lnTo>
              <a:lnTo>
                <a:pt x="0" y="69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4605816" y="1851168"/>
        <a:ext cx="961289" cy="439194"/>
      </dsp:txXfrm>
    </dsp:sp>
    <dsp:sp modelId="{B1A90779-4A39-448F-8801-CD4A5EA44AE8}">
      <dsp:nvSpPr>
        <dsp:cNvPr id="41" name="任意多边形 40"/>
        <dsp:cNvSpPr/>
      </dsp:nvSpPr>
      <dsp:spPr bwMode="white">
        <a:xfrm>
          <a:off x="4605816" y="3283654"/>
          <a:ext cx="0" cy="455802"/>
        </a:xfrm>
        <a:custGeom>
          <a:avLst/>
          <a:gdLst/>
          <a:ahLst/>
          <a:cxnLst/>
          <a:pathLst>
            <a:path h="718">
              <a:moveTo>
                <a:pt x="0" y="0"/>
              </a:moveTo>
              <a:lnTo>
                <a:pt x="0" y="718"/>
              </a:lnTo>
            </a:path>
          </a:pathLst>
        </a:custGeom>
      </dsp:spPr>
      <dsp:style>
        <a:lnRef idx="2">
          <a:schemeClr val="accent1">
            <a:tint val="70000"/>
          </a:schemeClr>
        </a:lnRef>
        <a:fillRef idx="0">
          <a:schemeClr val="accent1">
            <a:tint val="70000"/>
          </a:schemeClr>
        </a:fillRef>
        <a:effectRef idx="0">
          <a:scrgbClr r="0" g="0" b="0"/>
        </a:effectRef>
        <a:fontRef idx="minor"/>
      </dsp:style>
      <dsp:txXfrm>
        <a:off x="4605816" y="3283654"/>
        <a:ext cx="0" cy="455802"/>
      </dsp:txXfrm>
    </dsp:sp>
    <dsp:sp modelId="{78909F95-FD47-40ED-9623-39BB655EE07A}">
      <dsp:nvSpPr>
        <dsp:cNvPr id="38" name="任意多边形 37"/>
        <dsp:cNvSpPr/>
      </dsp:nvSpPr>
      <dsp:spPr bwMode="white">
        <a:xfrm>
          <a:off x="5567106" y="1851168"/>
          <a:ext cx="950559" cy="439194"/>
        </a:xfrm>
        <a:custGeom>
          <a:avLst/>
          <a:gdLst/>
          <a:ahLst/>
          <a:cxnLst/>
          <a:pathLst>
            <a:path w="1497" h="692">
              <a:moveTo>
                <a:pt x="0" y="0"/>
              </a:moveTo>
              <a:lnTo>
                <a:pt x="0" y="555"/>
              </a:lnTo>
              <a:lnTo>
                <a:pt x="1497" y="555"/>
              </a:lnTo>
              <a:lnTo>
                <a:pt x="1497" y="69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567106" y="1851168"/>
        <a:ext cx="950559" cy="439194"/>
      </dsp:txXfrm>
    </dsp:sp>
    <dsp:sp modelId="{C2FA0079-428B-4118-BBC1-BCF671962378}">
      <dsp:nvSpPr>
        <dsp:cNvPr id="47" name="任意多边形 46"/>
        <dsp:cNvSpPr/>
      </dsp:nvSpPr>
      <dsp:spPr bwMode="white">
        <a:xfrm>
          <a:off x="6517664" y="3283654"/>
          <a:ext cx="0" cy="455802"/>
        </a:xfrm>
        <a:custGeom>
          <a:avLst/>
          <a:gdLst/>
          <a:ahLst/>
          <a:cxnLst/>
          <a:pathLst>
            <a:path h="718">
              <a:moveTo>
                <a:pt x="0" y="0"/>
              </a:moveTo>
              <a:lnTo>
                <a:pt x="0" y="718"/>
              </a:lnTo>
            </a:path>
          </a:pathLst>
        </a:custGeom>
      </dsp:spPr>
      <dsp:style>
        <a:lnRef idx="2">
          <a:schemeClr val="accent1">
            <a:tint val="70000"/>
          </a:schemeClr>
        </a:lnRef>
        <a:fillRef idx="0">
          <a:schemeClr val="accent1">
            <a:tint val="70000"/>
          </a:schemeClr>
        </a:fillRef>
        <a:effectRef idx="0">
          <a:scrgbClr r="0" g="0" b="0"/>
        </a:effectRef>
        <a:fontRef idx="minor"/>
      </dsp:style>
      <dsp:txXfrm>
        <a:off x="6517664" y="3283654"/>
        <a:ext cx="0" cy="455802"/>
      </dsp:txXfrm>
    </dsp:sp>
    <dsp:sp modelId="{6343BAAE-E1A9-44E8-8896-FF27AD8F1C7E}">
      <dsp:nvSpPr>
        <dsp:cNvPr id="29" name="任意多边形 28"/>
        <dsp:cNvSpPr/>
      </dsp:nvSpPr>
      <dsp:spPr bwMode="white">
        <a:xfrm>
          <a:off x="5567106" y="1851168"/>
          <a:ext cx="2862407" cy="439194"/>
        </a:xfrm>
        <a:custGeom>
          <a:avLst/>
          <a:gdLst/>
          <a:ahLst/>
          <a:cxnLst/>
          <a:pathLst>
            <a:path w="4508" h="692">
              <a:moveTo>
                <a:pt x="0" y="0"/>
              </a:moveTo>
              <a:lnTo>
                <a:pt x="0" y="555"/>
              </a:lnTo>
              <a:lnTo>
                <a:pt x="4508" y="555"/>
              </a:lnTo>
              <a:lnTo>
                <a:pt x="4508" y="69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567106" y="1851168"/>
        <a:ext cx="2862407" cy="439194"/>
      </dsp:txXfrm>
    </dsp:sp>
    <dsp:sp modelId="{4FB43C9F-1C09-46EE-ACBC-AF847E910950}">
      <dsp:nvSpPr>
        <dsp:cNvPr id="32" name="任意多边形 31"/>
        <dsp:cNvSpPr/>
      </dsp:nvSpPr>
      <dsp:spPr bwMode="white">
        <a:xfrm>
          <a:off x="8429513" y="3283654"/>
          <a:ext cx="0" cy="455802"/>
        </a:xfrm>
        <a:custGeom>
          <a:avLst/>
          <a:gdLst/>
          <a:ahLst/>
          <a:cxnLst/>
          <a:pathLst>
            <a:path h="718">
              <a:moveTo>
                <a:pt x="0" y="0"/>
              </a:moveTo>
              <a:lnTo>
                <a:pt x="0" y="718"/>
              </a:lnTo>
            </a:path>
          </a:pathLst>
        </a:custGeom>
      </dsp:spPr>
      <dsp:style>
        <a:lnRef idx="2">
          <a:schemeClr val="accent1">
            <a:tint val="70000"/>
          </a:schemeClr>
        </a:lnRef>
        <a:fillRef idx="0">
          <a:schemeClr val="accent1">
            <a:tint val="70000"/>
          </a:schemeClr>
        </a:fillRef>
        <a:effectRef idx="0">
          <a:scrgbClr r="0" g="0" b="0"/>
        </a:effectRef>
        <a:fontRef idx="minor"/>
      </dsp:style>
      <dsp:txXfrm>
        <a:off x="8429513" y="3283654"/>
        <a:ext cx="0" cy="455802"/>
      </dsp:txXfrm>
    </dsp:sp>
    <dsp:sp modelId="{4F222491-FD56-412B-B211-12CF37F2738A}">
      <dsp:nvSpPr>
        <dsp:cNvPr id="56" name="任意多边形 55"/>
        <dsp:cNvSpPr/>
      </dsp:nvSpPr>
      <dsp:spPr bwMode="white">
        <a:xfrm>
          <a:off x="5567106" y="1851168"/>
          <a:ext cx="4774255" cy="439194"/>
        </a:xfrm>
        <a:custGeom>
          <a:avLst/>
          <a:gdLst/>
          <a:ahLst/>
          <a:cxnLst/>
          <a:pathLst>
            <a:path w="7519" h="692">
              <a:moveTo>
                <a:pt x="0" y="0"/>
              </a:moveTo>
              <a:lnTo>
                <a:pt x="0" y="555"/>
              </a:lnTo>
              <a:lnTo>
                <a:pt x="7519" y="555"/>
              </a:lnTo>
              <a:lnTo>
                <a:pt x="7519" y="69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567106" y="1851168"/>
        <a:ext cx="4774255" cy="439194"/>
      </dsp:txXfrm>
    </dsp:sp>
    <dsp:sp modelId="{0DC8F0E2-BE5E-4D93-8389-F82035DA5230}">
      <dsp:nvSpPr>
        <dsp:cNvPr id="3" name="圆角矩形 2"/>
        <dsp:cNvSpPr/>
      </dsp:nvSpPr>
      <dsp:spPr bwMode="white">
        <a:xfrm>
          <a:off x="4784986" y="85787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784986" y="857876"/>
        <a:ext cx="1564239" cy="993292"/>
      </dsp:txXfrm>
    </dsp:sp>
    <dsp:sp modelId="{11283EDA-4B01-468B-937F-D4CEB65B5D30}">
      <dsp:nvSpPr>
        <dsp:cNvPr id="4" name="圆角矩形 3"/>
        <dsp:cNvSpPr/>
      </dsp:nvSpPr>
      <dsp:spPr bwMode="white">
        <a:xfrm>
          <a:off x="4958790" y="1022990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shade val="8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项目总监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何浩</a:t>
          </a:r>
          <a:endParaRPr lang="zh-CN" altLang="en-US" sz="1200">
            <a:solidFill>
              <a:schemeClr val="dk1"/>
            </a:solidFill>
          </a:endParaRPr>
        </a:p>
      </dsp:txBody>
      <dsp:txXfrm>
        <a:off x="4958790" y="1022990"/>
        <a:ext cx="1564239" cy="993292"/>
      </dsp:txXfrm>
    </dsp:sp>
    <dsp:sp modelId="{55497502-B2C1-4C9F-8208-4801CEBEFB99}">
      <dsp:nvSpPr>
        <dsp:cNvPr id="6" name="圆角矩形 5"/>
        <dsp:cNvSpPr/>
      </dsp:nvSpPr>
      <dsp:spPr bwMode="white">
        <a:xfrm>
          <a:off x="0" y="2290362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0" y="2290362"/>
        <a:ext cx="1564239" cy="993292"/>
      </dsp:txXfrm>
    </dsp:sp>
    <dsp:sp modelId="{878CA21D-1F3F-4F1F-9C65-33D4F37441EE}">
      <dsp:nvSpPr>
        <dsp:cNvPr id="7" name="圆角矩形 6"/>
        <dsp:cNvSpPr/>
      </dsp:nvSpPr>
      <dsp:spPr bwMode="white">
        <a:xfrm>
          <a:off x="173804" y="245547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9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项目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经理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陈宏林</a:t>
          </a:r>
          <a:endParaRPr lang="zh-CN" altLang="en-US" sz="1200">
            <a:solidFill>
              <a:schemeClr val="dk1"/>
            </a:solidFill>
          </a:endParaRPr>
        </a:p>
      </dsp:txBody>
      <dsp:txXfrm>
        <a:off x="173804" y="2455476"/>
        <a:ext cx="1564239" cy="993292"/>
      </dsp:txXfrm>
    </dsp:sp>
    <dsp:sp modelId="{16BA2051-E479-4C9E-A3CA-7E28F6322B87}">
      <dsp:nvSpPr>
        <dsp:cNvPr id="9" name="圆角矩形 8"/>
        <dsp:cNvSpPr/>
      </dsp:nvSpPr>
      <dsp:spPr bwMode="white">
        <a:xfrm>
          <a:off x="0" y="373945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5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0" y="3739456"/>
        <a:ext cx="1564239" cy="993292"/>
      </dsp:txXfrm>
    </dsp:sp>
    <dsp:sp modelId="{9240F1B5-9A7B-43FB-B3DB-23AC650844EC}">
      <dsp:nvSpPr>
        <dsp:cNvPr id="10" name="圆角矩形 9"/>
        <dsp:cNvSpPr/>
      </dsp:nvSpPr>
      <dsp:spPr bwMode="white">
        <a:xfrm>
          <a:off x="173804" y="3904570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7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跟踪项目计划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、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里程碑，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项目预期、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需求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收集、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需求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变更、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组织评审会议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等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73804" y="3904570"/>
        <a:ext cx="1564239" cy="993292"/>
      </dsp:txXfrm>
    </dsp:sp>
    <dsp:sp modelId="{F2AA09A2-787F-4A11-B787-3C674EE7B86A}">
      <dsp:nvSpPr>
        <dsp:cNvPr id="12" name="圆角矩形 11"/>
        <dsp:cNvSpPr/>
      </dsp:nvSpPr>
      <dsp:spPr bwMode="white">
        <a:xfrm>
          <a:off x="1911848" y="2290362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911848" y="2290362"/>
        <a:ext cx="1564239" cy="993292"/>
      </dsp:txXfrm>
    </dsp:sp>
    <dsp:sp modelId="{0D5F83BF-5242-4277-B041-B99233F03C82}">
      <dsp:nvSpPr>
        <dsp:cNvPr id="13" name="圆角矩形 12"/>
        <dsp:cNvSpPr/>
      </dsp:nvSpPr>
      <dsp:spPr bwMode="white">
        <a:xfrm>
          <a:off x="2085653" y="245547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9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业务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负责人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雷</a:t>
          </a:r>
          <a:r>
            <a:rPr lang="en-US" alt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/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张伟</a:t>
          </a:r>
          <a:endParaRPr lang="en-US" altLang="zh-CN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sp:txBody>
      <dsp:txXfrm>
        <a:off x="2085653" y="2455476"/>
        <a:ext cx="1564239" cy="993292"/>
      </dsp:txXfrm>
    </dsp:sp>
    <dsp:sp modelId="{E2C0836B-5C45-4C32-B334-05630EE1AF77}">
      <dsp:nvSpPr>
        <dsp:cNvPr id="15" name="圆角矩形 14"/>
        <dsp:cNvSpPr/>
      </dsp:nvSpPr>
      <dsp:spPr bwMode="white">
        <a:xfrm>
          <a:off x="1911848" y="373945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5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911848" y="3739456"/>
        <a:ext cx="1564239" cy="993292"/>
      </dsp:txXfrm>
    </dsp:sp>
    <dsp:sp modelId="{43BADFC5-E4F2-487C-8B5E-95CFECB8C69E}">
      <dsp:nvSpPr>
        <dsp:cNvPr id="16" name="圆角矩形 15"/>
        <dsp:cNvSpPr/>
      </dsp:nvSpPr>
      <dsp:spPr bwMode="white">
        <a:xfrm>
          <a:off x="2085653" y="3904570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7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明确业务目标和真实需求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产品原型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功能清单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评审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效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果验证</a:t>
          </a:r>
          <a:r>
            <a:rPr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等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85653" y="3904570"/>
        <a:ext cx="1564239" cy="993292"/>
      </dsp:txXfrm>
    </dsp:sp>
    <dsp:sp modelId="{4BE45784-ABCD-492A-B5E0-731D5B660971}">
      <dsp:nvSpPr>
        <dsp:cNvPr id="18" name="圆角矩形 17"/>
        <dsp:cNvSpPr/>
      </dsp:nvSpPr>
      <dsp:spPr bwMode="white">
        <a:xfrm>
          <a:off x="3823696" y="2290362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823696" y="2290362"/>
        <a:ext cx="1564239" cy="993292"/>
      </dsp:txXfrm>
    </dsp:sp>
    <dsp:sp modelId="{CCAC61B2-D30B-45D5-9D7F-A87D4B4D4EB7}">
      <dsp:nvSpPr>
        <dsp:cNvPr id="19" name="圆角矩形 18"/>
        <dsp:cNvSpPr/>
      </dsp:nvSpPr>
      <dsp:spPr bwMode="white">
        <a:xfrm>
          <a:off x="3997501" y="245547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9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技术对接人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王一军</a:t>
          </a:r>
          <a:endParaRPr lang="zh-CN" altLang="en-US" sz="1200">
            <a:solidFill>
              <a:schemeClr val="dk1"/>
            </a:solidFill>
          </a:endParaRPr>
        </a:p>
      </dsp:txBody>
      <dsp:txXfrm>
        <a:off x="3997501" y="2455476"/>
        <a:ext cx="1564239" cy="993292"/>
      </dsp:txXfrm>
    </dsp:sp>
    <dsp:sp modelId="{244C76B9-D675-4470-B35C-5B0D651F8941}">
      <dsp:nvSpPr>
        <dsp:cNvPr id="42" name="圆角矩形 41"/>
        <dsp:cNvSpPr/>
      </dsp:nvSpPr>
      <dsp:spPr bwMode="white">
        <a:xfrm>
          <a:off x="3823696" y="373945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5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823696" y="3739456"/>
        <a:ext cx="1564239" cy="993292"/>
      </dsp:txXfrm>
    </dsp:sp>
    <dsp:sp modelId="{B6AB70C6-21CB-472F-89AF-890DA5FCE259}">
      <dsp:nvSpPr>
        <dsp:cNvPr id="43" name="圆角矩形 42"/>
        <dsp:cNvSpPr/>
      </dsp:nvSpPr>
      <dsp:spPr bwMode="white">
        <a:xfrm>
          <a:off x="3997501" y="3904570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7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硬件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设备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调试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，</a:t>
          </a:r>
          <a:endParaRPr lang="zh-CN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软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硬</a:t>
          </a:r>
          <a:r>
            <a:rPr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件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开发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对接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等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endParaRPr>
        </a:p>
      </dsp:txBody>
      <dsp:txXfrm>
        <a:off x="3997501" y="3904570"/>
        <a:ext cx="1564239" cy="993292"/>
      </dsp:txXfrm>
    </dsp:sp>
    <dsp:sp modelId="{15863B96-4DD9-4151-8F3A-4D1899F2BBA5}">
      <dsp:nvSpPr>
        <dsp:cNvPr id="39" name="圆角矩形 38"/>
        <dsp:cNvSpPr/>
      </dsp:nvSpPr>
      <dsp:spPr bwMode="white">
        <a:xfrm>
          <a:off x="5735545" y="2290362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735545" y="2290362"/>
        <a:ext cx="1564239" cy="993292"/>
      </dsp:txXfrm>
    </dsp:sp>
    <dsp:sp modelId="{9A320432-D062-4CCE-A2EE-CED0D99008D3}">
      <dsp:nvSpPr>
        <dsp:cNvPr id="40" name="圆角矩形 39"/>
        <dsp:cNvSpPr/>
      </dsp:nvSpPr>
      <dsp:spPr bwMode="white">
        <a:xfrm>
          <a:off x="5909349" y="245547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9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外协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团队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909349" y="2455476"/>
        <a:ext cx="1564239" cy="993292"/>
      </dsp:txXfrm>
    </dsp:sp>
    <dsp:sp modelId="{7D807977-1845-498C-9D94-37346B3BE522}">
      <dsp:nvSpPr>
        <dsp:cNvPr id="48" name="圆角矩形 47"/>
        <dsp:cNvSpPr/>
      </dsp:nvSpPr>
      <dsp:spPr bwMode="white">
        <a:xfrm>
          <a:off x="5735545" y="373945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5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735545" y="3739456"/>
        <a:ext cx="1564239" cy="993292"/>
      </dsp:txXfrm>
    </dsp:sp>
    <dsp:sp modelId="{63B25AF0-60FC-4C5D-BE32-A1125D3EE11A}">
      <dsp:nvSpPr>
        <dsp:cNvPr id="49" name="圆角矩形 48"/>
        <dsp:cNvSpPr/>
      </dsp:nvSpPr>
      <dsp:spPr bwMode="white">
        <a:xfrm>
          <a:off x="5909349" y="3904570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7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系统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架构、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产品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设计</a:t>
          </a:r>
          <a:r>
            <a:rPr lang="zh-CN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、</a:t>
          </a:r>
          <a:r>
            <a:rPr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软</a:t>
          </a:r>
          <a:r>
            <a:rPr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件</a:t>
          </a:r>
          <a:r>
            <a:rPr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开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rPr>
            <a:t>发进行外包，我方进行集成管理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909349" y="3904570"/>
        <a:ext cx="1564239" cy="993292"/>
      </dsp:txXfrm>
    </dsp:sp>
    <dsp:sp modelId="{62B89760-D6D5-48D2-BAAB-504A3D2525AF}">
      <dsp:nvSpPr>
        <dsp:cNvPr id="30" name="圆角矩形 29"/>
        <dsp:cNvSpPr/>
      </dsp:nvSpPr>
      <dsp:spPr bwMode="white">
        <a:xfrm>
          <a:off x="7647393" y="2290362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647393" y="2290362"/>
        <a:ext cx="1564239" cy="993292"/>
      </dsp:txXfrm>
    </dsp:sp>
    <dsp:sp modelId="{E4FE9D6D-4BAD-46CA-A2C4-092B6184FD7D}">
      <dsp:nvSpPr>
        <dsp:cNvPr id="31" name="圆角矩形 30"/>
        <dsp:cNvSpPr/>
      </dsp:nvSpPr>
      <dsp:spPr bwMode="white">
        <a:xfrm>
          <a:off x="7821197" y="245547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9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olidFill>
                <a:schemeClr val="dk1"/>
              </a:solidFill>
              <a:sym typeface="+mn-ea"/>
            </a:rPr>
            <a:t>财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务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olidFill>
                <a:schemeClr val="dk1"/>
              </a:solidFill>
              <a:sym typeface="+mn-ea"/>
            </a:rPr>
            <a:t>付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靖怡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821197" y="2455476"/>
        <a:ext cx="1564239" cy="993292"/>
      </dsp:txXfrm>
    </dsp:sp>
    <dsp:sp modelId="{9E66BFC5-C338-43CD-A960-23F6A5B42591}">
      <dsp:nvSpPr>
        <dsp:cNvPr id="33" name="圆角矩形 32"/>
        <dsp:cNvSpPr/>
      </dsp:nvSpPr>
      <dsp:spPr bwMode="white">
        <a:xfrm>
          <a:off x="7647393" y="373945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5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647393" y="3739456"/>
        <a:ext cx="1564239" cy="993292"/>
      </dsp:txXfrm>
    </dsp:sp>
    <dsp:sp modelId="{80A2DA5E-62A6-4E68-B4E5-8FAA9058EA4E}">
      <dsp:nvSpPr>
        <dsp:cNvPr id="34" name="圆角矩形 33"/>
        <dsp:cNvSpPr/>
      </dsp:nvSpPr>
      <dsp:spPr bwMode="white">
        <a:xfrm>
          <a:off x="7821197" y="3904570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7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45719" tIns="45719" rIns="45719" bIns="45719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200">
              <a:solidFill>
                <a:schemeClr val="dk1"/>
              </a:solidFill>
              <a:sym typeface="+mn-ea"/>
            </a:rPr>
            <a:t>预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算执行情况、预算拨付、</a:t>
          </a:r>
          <a:r>
            <a:rPr sz="1200">
              <a:solidFill>
                <a:schemeClr val="dk1"/>
              </a:solidFill>
              <a:sym typeface="+mn-ea"/>
            </a:rPr>
            <a:t>预</a:t>
          </a:r>
          <a:r>
            <a:rPr lang="zh-CN" altLang="en-US" sz="12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算风险</a:t>
          </a:r>
          <a:r>
            <a:rPr sz="1200">
              <a:solidFill>
                <a:schemeClr val="dk1"/>
              </a:solidFill>
              <a:sym typeface="+mn-ea"/>
            </a:rPr>
            <a:t>等</a:t>
          </a:r>
          <a:endParaRPr lang="zh-CN" altLang="en-US" sz="120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821197" y="3904570"/>
        <a:ext cx="1564239" cy="993292"/>
      </dsp:txXfrm>
    </dsp:sp>
    <dsp:sp modelId="{7E913144-97CC-4063-833D-5CB9D50A54B7}">
      <dsp:nvSpPr>
        <dsp:cNvPr id="57" name="圆角矩形 56"/>
        <dsp:cNvSpPr/>
      </dsp:nvSpPr>
      <dsp:spPr bwMode="white">
        <a:xfrm>
          <a:off x="9559241" y="2290362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559241" y="2290362"/>
        <a:ext cx="1564239" cy="993292"/>
      </dsp:txXfrm>
    </dsp:sp>
    <dsp:sp modelId="{F9D509A6-A34A-425F-BFF3-F71FEAD8350D}">
      <dsp:nvSpPr>
        <dsp:cNvPr id="58" name="圆角矩形 57"/>
        <dsp:cNvSpPr/>
      </dsp:nvSpPr>
      <dsp:spPr bwMode="white">
        <a:xfrm>
          <a:off x="9733046" y="2455476"/>
          <a:ext cx="1564239" cy="993292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tint val="9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95250" tIns="95250" rIns="95250" bIns="9525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olidFill>
                <a:schemeClr val="dk1"/>
              </a:solidFill>
            </a:rPr>
            <a:t>项目</a:t>
          </a:r>
          <a:r>
            <a:rPr lang="zh-CN">
              <a:solidFill>
                <a:schemeClr val="dk1"/>
              </a:solidFill>
            </a:rPr>
            <a:t>运维</a:t>
          </a:r>
          <a:endParaRPr lang="zh-CN">
            <a:solidFill>
              <a:schemeClr val="dk1"/>
            </a:solidFill>
          </a:endParaRPr>
        </a:p>
      </dsp:txBody>
      <dsp:txXfrm>
        <a:off x="9733046" y="2455476"/>
        <a:ext cx="1564239" cy="993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6" Type="http://schemas.openxmlformats.org/officeDocument/2006/relationships/image" Target="../media/image4.jpeg"/><Relationship Id="rId5" Type="http://schemas.openxmlformats.org/officeDocument/2006/relationships/hyperlink" Target="http://www.1ppt.com/tubiao/" TargetMode="External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microsoft.com/office/2007/relationships/hdphoto" Target="../media/image7.png"/><Relationship Id="rId5" Type="http://schemas.openxmlformats.org/officeDocument/2006/relationships/image" Target="../media/image6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0584" y="6042248"/>
            <a:ext cx="12251268" cy="81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6" tIns="45723" rIns="91446" bIns="45723" anchor="ctr"/>
          <a:lstStyle/>
          <a:p>
            <a:pPr algn="ctr">
              <a:defRPr/>
            </a:pPr>
            <a:endParaRPr lang="zh-CN" altLang="en-US" sz="1430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5833" y="792972"/>
            <a:ext cx="12256517" cy="5372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flipH="1">
            <a:off x="4419437" y="6345452"/>
            <a:ext cx="7772400" cy="27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 bwMode="auto">
          <a:xfrm>
            <a:off x="4463820" y="6347303"/>
            <a:ext cx="7141633" cy="311150"/>
          </a:xfrm>
          <a:prstGeom prst="rect">
            <a:avLst/>
          </a:prstGeom>
          <a:noFill/>
        </p:spPr>
        <p:txBody>
          <a:bodyPr lIns="91446" tIns="45723" rIns="91446" bIns="45723">
            <a:spAutoFit/>
          </a:bodyPr>
          <a:lstStyle/>
          <a:p>
            <a:pPr>
              <a:defRPr/>
            </a:pPr>
            <a:r>
              <a:rPr lang="zh-CN" altLang="en-US" sz="1430" spc="378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1430" spc="378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 HTTP://WWW.1PPT.COM</a:t>
            </a:r>
            <a:endParaRPr lang="zh-CN" altLang="en-US" sz="1430" spc="378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714734" y="6273369"/>
            <a:ext cx="537634" cy="40641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91446" tIns="45723" rIns="91446" bIns="45723"/>
          <a:lstStyle/>
          <a:p>
            <a:endParaRPr lang="zh-CN" altLang="en-US" sz="875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695733" y="8253840"/>
            <a:ext cx="5376598" cy="360053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6" tIns="45723" rIns="91446" bIns="45723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430" dirty="0">
                <a:latin typeface="华文细黑" panose="02010600040101010101" pitchFamily="2" charset="-122"/>
                <a:ea typeface="华文细黑" panose="02010600040101010101" pitchFamily="2" charset="-122"/>
              </a:rPr>
              <a:t>第一</a:t>
            </a:r>
            <a:r>
              <a:rPr lang="en-US" altLang="zh-CN" sz="1430" dirty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en-US" sz="1430" dirty="0">
                <a:latin typeface="华文细黑" panose="02010600040101010101" pitchFamily="2" charset="-122"/>
                <a:ea typeface="华文细黑" panose="02010600040101010101" pitchFamily="2" charset="-122"/>
              </a:rPr>
              <a:t>模板网</a:t>
            </a:r>
            <a:endParaRPr lang="en-US" altLang="zh-CN" sz="143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430" dirty="0">
                <a:latin typeface="华文细黑" panose="02010600040101010101" pitchFamily="2" charset="-122"/>
                <a:ea typeface="华文细黑" panose="02010600040101010101" pitchFamily="2" charset="-122"/>
                <a:hlinkClick r:id="rId5"/>
              </a:rPr>
              <a:t>www.1ppt.com/tubiao/</a:t>
            </a:r>
            <a:r>
              <a:rPr lang="en-US" altLang="zh-CN" sz="1430" dirty="0">
                <a:latin typeface="华文细黑" panose="02010600040101010101" pitchFamily="2" charset="-122"/>
                <a:ea typeface="华文细黑" panose="02010600040101010101" pitchFamily="2" charset="-122"/>
              </a:rPr>
              <a:t>  </a:t>
            </a:r>
            <a:endParaRPr lang="zh-CN" altLang="en-US" sz="143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 userDrawn="1"/>
        </p:nvSpPr>
        <p:spPr bwMode="auto">
          <a:xfrm>
            <a:off x="-8467" y="-14288"/>
            <a:ext cx="12249150" cy="871570"/>
          </a:xfrm>
          <a:prstGeom prst="rect">
            <a:avLst/>
          </a:prstGeom>
          <a:blipFill dpi="0" rotWithShape="1">
            <a:blip r:embed="rId6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6" tIns="45723" rIns="91446" bIns="45723" anchor="ctr"/>
          <a:lstStyle/>
          <a:p>
            <a:pPr algn="ctr">
              <a:defRPr/>
            </a:pPr>
            <a:endParaRPr lang="zh-CN" altLang="en-US" sz="1430"/>
          </a:p>
        </p:txBody>
      </p:sp>
      <p:pic>
        <p:nvPicPr>
          <p:cNvPr id="12" name="图片 11" descr="png素材 (276).png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0" y="2654"/>
            <a:ext cx="1047725" cy="785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 userDrawn="1"/>
        </p:nvSpPr>
        <p:spPr bwMode="auto">
          <a:xfrm>
            <a:off x="6288022" y="332668"/>
            <a:ext cx="5893494" cy="372745"/>
          </a:xfrm>
          <a:prstGeom prst="rect">
            <a:avLst/>
          </a:prstGeom>
          <a:noFill/>
        </p:spPr>
        <p:txBody>
          <a:bodyPr wrap="square" lIns="91446" tIns="45723" rIns="91446" bIns="45723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25" spc="378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『</a:t>
            </a:r>
            <a:r>
              <a:rPr lang="zh-CN" altLang="en-US" sz="1825" spc="378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1825" spc="378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PPT</a:t>
            </a:r>
            <a:r>
              <a:rPr lang="en-US" altLang="zh-CN" sz="1825" spc="378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』—</a:t>
            </a:r>
            <a:r>
              <a:rPr lang="zh-CN" altLang="en-US" sz="1825" spc="378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25" b="0" spc="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WWW.1PPT.COM</a:t>
            </a:r>
            <a:endParaRPr lang="zh-CN" altLang="en-US" sz="1825" b="0" spc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0">
            <a:off x="4086860" y="598170"/>
            <a:ext cx="6286500" cy="147955"/>
            <a:chOff x="6142" y="924"/>
            <a:chExt cx="9900" cy="233"/>
          </a:xfrm>
        </p:grpSpPr>
        <p:grpSp>
          <p:nvGrpSpPr>
            <p:cNvPr id="5" name="组合 4"/>
            <p:cNvGrpSpPr/>
            <p:nvPr/>
          </p:nvGrpSpPr>
          <p:grpSpPr>
            <a:xfrm>
              <a:off x="15633" y="924"/>
              <a:ext cx="409" cy="233"/>
              <a:chOff x="886" y="808"/>
              <a:chExt cx="756" cy="430"/>
            </a:xfrm>
          </p:grpSpPr>
          <p:sp>
            <p:nvSpPr>
              <p:cNvPr id="7" name="燕尾形 6"/>
              <p:cNvSpPr/>
              <p:nvPr/>
            </p:nvSpPr>
            <p:spPr>
              <a:xfrm>
                <a:off x="886" y="808"/>
                <a:ext cx="430" cy="430"/>
              </a:xfrm>
              <a:prstGeom prst="chevron">
                <a:avLst/>
              </a:prstGeom>
              <a:solidFill>
                <a:srgbClr val="313D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  <p:sp>
            <p:nvSpPr>
              <p:cNvPr id="8" name="燕尾形 7"/>
              <p:cNvSpPr/>
              <p:nvPr/>
            </p:nvSpPr>
            <p:spPr>
              <a:xfrm>
                <a:off x="1212" y="808"/>
                <a:ext cx="430" cy="430"/>
              </a:xfrm>
              <a:prstGeom prst="chevron">
                <a:avLst/>
              </a:prstGeom>
              <a:solidFill>
                <a:srgbClr val="4B5E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6142" y="1040"/>
              <a:ext cx="8760" cy="0"/>
            </a:xfrm>
            <a:prstGeom prst="line">
              <a:avLst/>
            </a:prstGeom>
            <a:ln w="12700">
              <a:solidFill>
                <a:srgbClr val="DFE4EA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 descr="7b0a202020202266696c746572223a202230220a7d0a"/>
          <p:cNvGrpSpPr>
            <a:grpSpLocks noChangeAspect="1"/>
          </p:cNvGrpSpPr>
          <p:nvPr userDrawn="1"/>
        </p:nvGrpSpPr>
        <p:grpSpPr>
          <a:xfrm>
            <a:off x="10373360" y="0"/>
            <a:ext cx="991870" cy="1113155"/>
            <a:chOff x="8425" y="4246"/>
            <a:chExt cx="2350" cy="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>
              <a:extLst>
                <a:ext uri="{CDFE0825-6DEF-4EF5-8246-60DE8C826C90}">
                  <a14:imgProps xmlns:a14="http://schemas.microsoft.com/office/drawing/2010/main">
                    <a14:imgLayer r:embed="rId6">
                      <a14:imgEffect name="7"/>
                    </a14:imgLayer>
                  </a14:imgProps>
                </a:ext>
              </a:extLst>
            </a:blip>
            <a:srcRect l="8122" t="2906" r="9618" b="4971"/>
            <a:stretch>
              <a:fillRect/>
            </a:stretch>
          </p:blipFill>
          <p:spPr>
            <a:xfrm>
              <a:off x="8425" y="4246"/>
              <a:ext cx="2350" cy="2638"/>
            </a:xfrm>
            <a:prstGeom prst="rect">
              <a:avLst/>
            </a:prstGeom>
            <a:noFill/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print">
              <a:lum bright="7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2" t="2906" r="9618" b="56795"/>
            <a:stretch>
              <a:fillRect/>
            </a:stretch>
          </p:blipFill>
          <p:spPr>
            <a:xfrm>
              <a:off x="8425" y="4246"/>
              <a:ext cx="2350" cy="1154"/>
            </a:xfrm>
            <a:prstGeom prst="rect">
              <a:avLst/>
            </a:prstGeom>
            <a:noFill/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>
                <a:ea typeface="汉仪旗黑-55简" panose="00020600040101010101" charset="-122"/>
              </a:defRPr>
            </a:lvl1pPr>
            <a:lvl2pPr marL="685800" indent="-228600">
              <a:defRPr spc="300">
                <a:ea typeface="汉仪旗黑-55简" panose="00020600040101010101" charset="-122"/>
              </a:defRPr>
            </a:lvl2pPr>
            <a:lvl3pPr marL="1143000" indent="-228600">
              <a:defRPr spc="300">
                <a:ea typeface="汉仪旗黑-55简" panose="00020600040101010101" charset="-122"/>
              </a:defRPr>
            </a:lvl3pPr>
            <a:lvl4pPr marL="1600200" indent="-228600">
              <a:defRPr spc="300">
                <a:ea typeface="汉仪旗黑-55简" panose="00020600040101010101" charset="-122"/>
              </a:defRPr>
            </a:lvl4pPr>
            <a:lvl5pPr marL="2057400" indent="-228600">
              <a:defRPr spc="300"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5" Type="http://schemas.openxmlformats.org/officeDocument/2006/relationships/theme" Target="../theme/theme2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57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4EA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旗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66.xml"/><Relationship Id="rId2" Type="http://schemas.openxmlformats.org/officeDocument/2006/relationships/image" Target="../media/image10.png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7" Type="http://schemas.openxmlformats.org/officeDocument/2006/relationships/slideLayout" Target="../slideLayouts/slideLayout19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8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8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5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9.xml"/><Relationship Id="rId6" Type="http://schemas.openxmlformats.org/officeDocument/2006/relationships/tags" Target="../tags/tag8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9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9.xml"/><Relationship Id="rId6" Type="http://schemas.openxmlformats.org/officeDocument/2006/relationships/tags" Target="../tags/tag9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&amp;pky120_sjzg_VCG41508184291_sjzg_VCG41508184291&amp;"/>
          <p:cNvPicPr>
            <a:picLocks noChangeAspect="1"/>
          </p:cNvPicPr>
          <p:nvPr/>
        </p:nvPicPr>
        <p:blipFill>
          <a:blip r:embed="rId1"/>
          <a:srcRect l="182" t="24722" r="182" b="18835"/>
          <a:stretch>
            <a:fillRect/>
          </a:stretch>
        </p:blipFill>
        <p:spPr>
          <a:xfrm>
            <a:off x="-2" y="12700"/>
            <a:ext cx="12190734" cy="46031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7249">
                <a:moveTo>
                  <a:pt x="0" y="0"/>
                </a:moveTo>
                <a:lnTo>
                  <a:pt x="19198" y="0"/>
                </a:lnTo>
                <a:lnTo>
                  <a:pt x="19198" y="7249"/>
                </a:lnTo>
                <a:lnTo>
                  <a:pt x="0" y="724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矩形 6"/>
          <p:cNvSpPr/>
          <p:nvPr/>
        </p:nvSpPr>
        <p:spPr>
          <a:xfrm>
            <a:off x="-635" y="12700"/>
            <a:ext cx="12191365" cy="4603115"/>
          </a:xfrm>
          <a:prstGeom prst="rect">
            <a:avLst/>
          </a:prstGeom>
          <a:gradFill>
            <a:gsLst>
              <a:gs pos="0">
                <a:srgbClr val="20273F">
                  <a:alpha val="90000"/>
                </a:srgbClr>
              </a:gs>
              <a:gs pos="100000">
                <a:srgbClr val="475987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旗黑-55简" panose="00020600040101010101" charset="-122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0" y="0"/>
            <a:ext cx="4944745" cy="4591050"/>
          </a:xfrm>
          <a:prstGeom prst="chevron">
            <a:avLst/>
          </a:prstGeom>
          <a:gradFill>
            <a:gsLst>
              <a:gs pos="0">
                <a:srgbClr val="4B5E8F">
                  <a:alpha val="80000"/>
                </a:srgbClr>
              </a:gs>
              <a:gs pos="100000">
                <a:srgbClr val="4B5E8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ea typeface="汉仪旗黑-55简" panose="00020600040101010101" charset="-122"/>
            </a:endParaRPr>
          </a:p>
        </p:txBody>
      </p:sp>
      <p:sp>
        <p:nvSpPr>
          <p:cNvPr id="14" name="燕尾形 13"/>
          <p:cNvSpPr/>
          <p:nvPr/>
        </p:nvSpPr>
        <p:spPr>
          <a:xfrm>
            <a:off x="635" y="708660"/>
            <a:ext cx="3418840" cy="3174365"/>
          </a:xfrm>
          <a:prstGeom prst="chevron">
            <a:avLst/>
          </a:prstGeom>
          <a:gradFill>
            <a:gsLst>
              <a:gs pos="0">
                <a:srgbClr val="4B5E8F">
                  <a:alpha val="63000"/>
                </a:srgbClr>
              </a:gs>
              <a:gs pos="100000">
                <a:srgbClr val="4B5E8F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ea typeface="汉仪旗黑-55简" panose="0002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4090" y="634048"/>
            <a:ext cx="18789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cap="all">
                <a:solidFill>
                  <a:schemeClr val="bg1"/>
                </a:solidFill>
                <a:uFillTx/>
                <a:latin typeface="汉仪雅酷黑 75W" panose="020B0804020202020204" charset="-122"/>
                <a:ea typeface="汉仪雅酷黑 75W" panose="020B0804020202020204" charset="-122"/>
                <a:sym typeface="汉仪雅酷黑 75W" panose="020B0804020202020204" charset="-122"/>
              </a:rPr>
              <a:t>JQ-future</a:t>
            </a:r>
            <a:endParaRPr lang="en-US" altLang="zh-CN" sz="1400" cap="all">
              <a:solidFill>
                <a:schemeClr val="bg1"/>
              </a:solidFill>
              <a:uFillTx/>
              <a:latin typeface="汉仪雅酷黑 75W" panose="020B0804020202020204" charset="-122"/>
              <a:ea typeface="汉仪雅酷黑 75W" panose="020B0804020202020204" charset="-122"/>
              <a:sym typeface="汉仪雅酷黑 75W" panose="020B0804020202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-635" y="2430780"/>
            <a:ext cx="12192635" cy="2185670"/>
          </a:xfrm>
          <a:prstGeom prst="rect">
            <a:avLst/>
          </a:prstGeom>
          <a:gradFill>
            <a:gsLst>
              <a:gs pos="0">
                <a:srgbClr val="313D5D">
                  <a:alpha val="0"/>
                </a:srgbClr>
              </a:gs>
              <a:gs pos="99000">
                <a:srgbClr val="313D5D">
                  <a:alpha val="9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/>
            <a:endParaRPr lang="en-US" altLang="zh-CN">
              <a:ea typeface="汉仪旗黑-55简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430780"/>
            <a:ext cx="12192635" cy="5835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3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汽车研发验证数智共享平台</a:t>
            </a:r>
            <a:endParaRPr lang="zh-CN" altLang="en-US" sz="3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0413365" y="730250"/>
            <a:ext cx="676275" cy="114300"/>
            <a:chOff x="16479" y="1150"/>
            <a:chExt cx="1065" cy="180"/>
          </a:xfrm>
        </p:grpSpPr>
        <p:sp>
          <p:nvSpPr>
            <p:cNvPr id="8" name="椭圆 7"/>
            <p:cNvSpPr/>
            <p:nvPr/>
          </p:nvSpPr>
          <p:spPr>
            <a:xfrm>
              <a:off x="16479" y="1150"/>
              <a:ext cx="180" cy="1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旗黑-55简" panose="00020600040101010101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6774" y="1150"/>
              <a:ext cx="180" cy="18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旗黑-55简" panose="00020600040101010101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7069" y="1150"/>
              <a:ext cx="180" cy="1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旗黑-55简" panose="00020600040101010101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7364" y="1150"/>
              <a:ext cx="180" cy="18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旗黑-55简" panose="00020600040101010101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057400" y="539750"/>
            <a:ext cx="57778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7200" b="1" cap="all">
                <a:solidFill>
                  <a:srgbClr val="394958">
                    <a:alpha val="5000"/>
                  </a:srgbClr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contents</a:t>
            </a:r>
            <a:endParaRPr lang="en-US" altLang="zh-CN" sz="7200" b="1" cap="all">
              <a:solidFill>
                <a:srgbClr val="394958">
                  <a:alpha val="5000"/>
                </a:srgbClr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0270" y="829945"/>
            <a:ext cx="20059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6000" b="1" cap="all">
                <a:solidFill>
                  <a:srgbClr val="475987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目录</a:t>
            </a:r>
            <a:endParaRPr lang="zh-CN" altLang="en-US" sz="6000" b="1" cap="all">
              <a:solidFill>
                <a:srgbClr val="475987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-635" y="5932170"/>
            <a:ext cx="12192635" cy="947420"/>
          </a:xfrm>
          <a:prstGeom prst="rect">
            <a:avLst/>
          </a:prstGeom>
          <a:solidFill>
            <a:srgbClr val="334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8540" y="6229985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40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旗黑-55简" panose="00020600040101010101" charset="-122"/>
              </a:rPr>
              <a:t>https://www.docer.com</a:t>
            </a:r>
            <a:endParaRPr lang="zh-CN" altLang="en-US" sz="1400">
              <a:solidFill>
                <a:schemeClr val="bg1"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旗黑-55简" panose="00020600040101010101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0438765" y="730250"/>
            <a:ext cx="676275" cy="114300"/>
            <a:chOff x="16479" y="1150"/>
            <a:chExt cx="1065" cy="180"/>
          </a:xfrm>
        </p:grpSpPr>
        <p:sp>
          <p:nvSpPr>
            <p:cNvPr id="46" name="椭圆 45"/>
            <p:cNvSpPr/>
            <p:nvPr/>
          </p:nvSpPr>
          <p:spPr>
            <a:xfrm>
              <a:off x="16479" y="1150"/>
              <a:ext cx="180" cy="1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13D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6774" y="1150"/>
              <a:ext cx="180" cy="180"/>
            </a:xfrm>
            <a:prstGeom prst="ellipse">
              <a:avLst/>
            </a:prstGeom>
            <a:solidFill>
              <a:srgbClr val="313D5D"/>
            </a:solidFill>
            <a:ln>
              <a:solidFill>
                <a:srgbClr val="313D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17069" y="1150"/>
              <a:ext cx="180" cy="1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13D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17364" y="1150"/>
              <a:ext cx="180" cy="180"/>
            </a:xfrm>
            <a:prstGeom prst="ellipse">
              <a:avLst/>
            </a:prstGeom>
            <a:solidFill>
              <a:srgbClr val="313D5D"/>
            </a:solidFill>
            <a:ln>
              <a:solidFill>
                <a:srgbClr val="313D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90270" y="1872615"/>
            <a:ext cx="10224770" cy="386207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/>
              <a:t>平台</a:t>
            </a:r>
            <a:r>
              <a:rPr lang="zh-CN" altLang="en-US" sz="1600"/>
              <a:t>介绍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/>
              <a:t>需求</a:t>
            </a:r>
            <a:r>
              <a:rPr lang="zh-CN" altLang="en-US" sz="1600"/>
              <a:t>痛点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>
                <a:sym typeface="+mn-ea"/>
              </a:rPr>
              <a:t>运行目标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/>
              <a:t>技术方案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>
                <a:sym typeface="+mn-ea"/>
              </a:rPr>
              <a:t>项目计划（展示关键开发路径）</a:t>
            </a:r>
            <a:endParaRPr lang="zh-CN" altLang="en-US" sz="1600">
              <a:sym typeface="+mn-ea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>
                <a:sym typeface="+mn-ea"/>
              </a:rPr>
              <a:t>项目预算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>
                <a:sym typeface="+mn-ea"/>
              </a:rPr>
              <a:t>成本收益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>
                <a:sym typeface="+mn-ea"/>
              </a:rPr>
              <a:t>项目团队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600">
                <a:sym typeface="+mn-ea"/>
              </a:rPr>
              <a:t>提请决策</a:t>
            </a:r>
            <a:endParaRPr lang="zh-CN" altLang="en-US" sz="1600"/>
          </a:p>
          <a:p>
            <a:pPr marL="342900" indent="-342900">
              <a:lnSpc>
                <a:spcPct val="180000"/>
              </a:lnSpc>
              <a:buAutoNum type="arabicPeriod"/>
            </a:pP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112000" y="1739265"/>
            <a:ext cx="5080000" cy="435737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80000"/>
              </a:lnSpc>
            </a:pP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95045" y="54737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简介</a:t>
            </a:r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71220" y="1155700"/>
            <a:ext cx="9859010" cy="2584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0000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汽车研发验证数智共享平台</a:t>
            </a:r>
            <a:r>
              <a:rPr lang="zh-CN" altLang="en-US"/>
              <a:t>整合来自车辆运行数据、驾驶行为监测、外部环境感知、驾驶员信息等多源数据，建立驾驶员模型</a:t>
            </a:r>
            <a:r>
              <a:rPr lang="en-US" altLang="zh-CN"/>
              <a:t> </a:t>
            </a:r>
            <a:r>
              <a:rPr lang="zh-CN" altLang="en-US"/>
              <a:t>，挖掘数据价值，构建精准全面的驾驶员画像。</a:t>
            </a:r>
            <a:r>
              <a:rPr lang="zh-CN" altLang="en-US">
                <a:highlight>
                  <a:srgbClr val="FFFF00"/>
                </a:highlight>
              </a:rPr>
              <a:t>打造</a:t>
            </a:r>
            <a:r>
              <a:rPr lang="en-US" altLang="zh-CN">
                <a:highlight>
                  <a:srgbClr val="FFFF00"/>
                </a:highlight>
              </a:rPr>
              <a:t>“</a:t>
            </a:r>
            <a:r>
              <a:rPr lang="zh-CN" altLang="en-US">
                <a:highlight>
                  <a:srgbClr val="FFFF00"/>
                </a:highlight>
              </a:rPr>
              <a:t>数据采集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-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模型计算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-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能力挖掘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-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构建</a:t>
            </a:r>
            <a:r>
              <a:rPr lang="zh-CN" altLang="en-US">
                <a:highlight>
                  <a:srgbClr val="FFFF00"/>
                </a:highlight>
              </a:rPr>
              <a:t>画像</a:t>
            </a:r>
            <a:r>
              <a:rPr lang="en-US" altLang="zh-CN">
                <a:highlight>
                  <a:srgbClr val="FFFF00"/>
                </a:highlight>
              </a:rPr>
              <a:t> - </a:t>
            </a:r>
            <a:r>
              <a:rPr lang="zh-CN" altLang="en-US">
                <a:highlight>
                  <a:srgbClr val="FFFF00"/>
                </a:highlight>
              </a:rPr>
              <a:t>驾驶员分级</a:t>
            </a:r>
            <a:r>
              <a:rPr lang="en-US" altLang="zh-CN">
                <a:highlight>
                  <a:srgbClr val="FFFF00"/>
                </a:highlight>
              </a:rPr>
              <a:t>-</a:t>
            </a:r>
            <a:r>
              <a:rPr lang="zh-CN" altLang="en-US">
                <a:highlight>
                  <a:srgbClr val="FFFF00"/>
                </a:highlight>
              </a:rPr>
              <a:t>驾驶员定制方案</a:t>
            </a:r>
            <a:r>
              <a:rPr lang="en-US" altLang="zh-CN">
                <a:highlight>
                  <a:srgbClr val="FFFF00"/>
                </a:highlight>
              </a:rPr>
              <a:t>-”</a:t>
            </a:r>
            <a:r>
              <a:rPr lang="zh-CN" altLang="en-US">
                <a:highlight>
                  <a:srgbClr val="FFFF00"/>
                </a:highlight>
              </a:rPr>
              <a:t>的体系</a:t>
            </a:r>
            <a:r>
              <a:rPr lang="zh-CN" altLang="en-US"/>
              <a:t>，建立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汽车研发验证数智共享平台</a:t>
            </a:r>
            <a:r>
              <a:rPr lang="zh-CN" altLang="en-US">
                <a:sym typeface="+mn-ea"/>
              </a:rPr>
              <a:t>，构建行业新生态方案。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20" y="2553335"/>
            <a:ext cx="9660255" cy="40112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0"/>
          <p:cNvGrpSpPr/>
          <p:nvPr/>
        </p:nvGrpSpPr>
        <p:grpSpPr>
          <a:xfrm>
            <a:off x="5304080" y="997724"/>
            <a:ext cx="1605280" cy="887528"/>
            <a:chOff x="5304079" y="354253"/>
            <a:chExt cx="1605280" cy="887528"/>
          </a:xfrm>
        </p:grpSpPr>
        <p:sp>
          <p:nvSpPr>
            <p:cNvPr id="8" name="文本框 7"/>
            <p:cNvSpPr txBox="1"/>
            <p:nvPr/>
          </p:nvSpPr>
          <p:spPr>
            <a:xfrm>
              <a:off x="5304079" y="354253"/>
              <a:ext cx="16052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defRPr/>
              </a:pPr>
              <a:r>
                <a:rPr lang="zh-CN" altLang="en-US" sz="2800">
                  <a:sym typeface="+mn-ea"/>
                </a:rPr>
                <a:t>安全维度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等腰三角形 9"/>
            <p:cNvSpPr/>
            <p:nvPr/>
          </p:nvSpPr>
          <p:spPr>
            <a:xfrm flipV="1">
              <a:off x="6007043" y="1154777"/>
              <a:ext cx="199348" cy="87004"/>
            </a:xfrm>
            <a:prstGeom prst="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平行四边形 6"/>
          <p:cNvSpPr/>
          <p:nvPr>
            <p:custDataLst>
              <p:tags r:id="rId1"/>
            </p:custDataLst>
          </p:nvPr>
        </p:nvSpPr>
        <p:spPr>
          <a:xfrm>
            <a:off x="3884313" y="2564283"/>
            <a:ext cx="4144971" cy="3672350"/>
          </a:xfrm>
          <a:prstGeom prst="parallelogram">
            <a:avLst>
              <a:gd name="adj" fmla="val 24785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5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平行四边形 11"/>
          <p:cNvSpPr/>
          <p:nvPr>
            <p:custDataLst>
              <p:tags r:id="rId2"/>
            </p:custDataLst>
          </p:nvPr>
        </p:nvSpPr>
        <p:spPr>
          <a:xfrm>
            <a:off x="4677956" y="2493265"/>
            <a:ext cx="3476992" cy="891250"/>
          </a:xfrm>
          <a:prstGeom prst="parallelogram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blurRad="381000" dist="165100" dir="5400000" sx="99000" sy="99000" algn="t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平行四边形 12"/>
          <p:cNvSpPr/>
          <p:nvPr>
            <p:custDataLst>
              <p:tags r:id="rId3"/>
            </p:custDataLst>
          </p:nvPr>
        </p:nvSpPr>
        <p:spPr>
          <a:xfrm>
            <a:off x="7395911" y="2564283"/>
            <a:ext cx="4144971" cy="3672350"/>
          </a:xfrm>
          <a:prstGeom prst="parallelogram">
            <a:avLst>
              <a:gd name="adj" fmla="val 24785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5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>
            <p:custDataLst>
              <p:tags r:id="rId4"/>
            </p:custDataLst>
          </p:nvPr>
        </p:nvSpPr>
        <p:spPr>
          <a:xfrm>
            <a:off x="8226384" y="2493265"/>
            <a:ext cx="3476992" cy="891250"/>
          </a:xfrm>
          <a:prstGeom prst="parallelogram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blurRad="381000" dist="165100" dir="5400000" sx="99000" sy="99000" algn="t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>
            <p:custDataLst>
              <p:tags r:id="rId5"/>
            </p:custDataLst>
          </p:nvPr>
        </p:nvSpPr>
        <p:spPr>
          <a:xfrm>
            <a:off x="407321" y="2564283"/>
            <a:ext cx="4144971" cy="3672350"/>
          </a:xfrm>
          <a:prstGeom prst="parallelogram">
            <a:avLst>
              <a:gd name="adj" fmla="val 24785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5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平行四边形 15"/>
          <p:cNvSpPr/>
          <p:nvPr>
            <p:custDataLst>
              <p:tags r:id="rId6"/>
            </p:custDataLst>
          </p:nvPr>
        </p:nvSpPr>
        <p:spPr>
          <a:xfrm>
            <a:off x="1217474" y="2493265"/>
            <a:ext cx="3476992" cy="891250"/>
          </a:xfrm>
          <a:prstGeom prst="parallelogram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blurRad="381000" dist="165100" dir="5400000" sx="99000" sy="99000" algn="t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073275" y="2737485"/>
            <a:ext cx="20561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风险人群标签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5533390" y="2737485"/>
            <a:ext cx="2259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事故追溯辅助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9082015" y="2737785"/>
            <a:ext cx="1765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风险预警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1158875" y="3929380"/>
            <a:ext cx="2647950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频繁变道超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车、超速、急刹车、疲劳驾驶等不良驾驶行为频发的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驾驶员，标记为高风险人群。对这些高风险人群进行重点关注和干预，能够有效降低事故的发生率。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4720798" y="3929380"/>
            <a:ext cx="2472727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调取事故发生前后3分钟的驾驶数据，包括车速、驾驶员状态等，为事故追溯提供了关键线索，明确事故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职责。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8252460" y="3929380"/>
            <a:ext cx="2632710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通过驾驶员行为检测对疲劳驾驶、分心等危险行为进行实时预警和提醒，从而有效预防交通事故的发生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13"/>
            </p:custDataLst>
          </p:nvPr>
        </p:nvCxnSpPr>
        <p:spPr>
          <a:xfrm>
            <a:off x="401541" y="6236633"/>
            <a:ext cx="320702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4"/>
            </p:custDataLst>
          </p:nvPr>
        </p:nvCxnSpPr>
        <p:spPr>
          <a:xfrm>
            <a:off x="3884313" y="6236633"/>
            <a:ext cx="320702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15"/>
            </p:custDataLst>
          </p:nvPr>
        </p:nvCxnSpPr>
        <p:spPr>
          <a:xfrm>
            <a:off x="7390125" y="6236633"/>
            <a:ext cx="320702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95045" y="54737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需求痛点</a:t>
            </a:r>
            <a:r>
              <a:rPr lang="en-US" alt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安全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维度</a:t>
            </a:r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20" grpId="0"/>
      <p:bldP spid="21" grpId="0"/>
      <p:bldP spid="22" grpId="0"/>
      <p:bldP spid="2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767715" y="462915"/>
            <a:ext cx="8368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需求痛点</a:t>
            </a:r>
            <a:r>
              <a:rPr lang="en-US" alt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-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能力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维度</a:t>
            </a:r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334083" y="3811263"/>
            <a:ext cx="78492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094856" y="1355300"/>
            <a:ext cx="0" cy="508489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26"/>
          <p:cNvGrpSpPr/>
          <p:nvPr/>
        </p:nvGrpSpPr>
        <p:grpSpPr bwMode="auto">
          <a:xfrm>
            <a:off x="4766148" y="2500823"/>
            <a:ext cx="2657417" cy="2620880"/>
            <a:chOff x="4585221" y="2117558"/>
            <a:chExt cx="3269148" cy="3269148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7" name="组合 25"/>
            <p:cNvGrpSpPr/>
            <p:nvPr/>
          </p:nvGrpSpPr>
          <p:grpSpPr bwMode="auto">
            <a:xfrm>
              <a:off x="4585221" y="2117558"/>
              <a:ext cx="3269148" cy="3269148"/>
              <a:chOff x="4585221" y="2117558"/>
              <a:chExt cx="3269148" cy="3269148"/>
            </a:xfrm>
            <a:grpFill/>
          </p:grpSpPr>
          <p:grpSp>
            <p:nvGrpSpPr>
              <p:cNvPr id="10" name="组合 5"/>
              <p:cNvGrpSpPr/>
              <p:nvPr/>
            </p:nvGrpSpPr>
            <p:grpSpPr bwMode="auto">
              <a:xfrm>
                <a:off x="4585221" y="2117558"/>
                <a:ext cx="3269148" cy="3269148"/>
                <a:chOff x="3695530" y="1028530"/>
                <a:chExt cx="4800938" cy="4800938"/>
              </a:xfrm>
              <a:grpFill/>
            </p:grpSpPr>
            <p:sp>
              <p:nvSpPr>
                <p:cNvPr id="8" name="任意多边形 7"/>
                <p:cNvSpPr/>
                <p:nvPr/>
              </p:nvSpPr>
              <p:spPr>
                <a:xfrm>
                  <a:off x="3695530" y="1028530"/>
                  <a:ext cx="2347608" cy="2346090"/>
                </a:xfrm>
                <a:custGeom>
                  <a:avLst/>
                  <a:gdLst>
                    <a:gd name="connsiteX0" fmla="*/ 0 w 2346282"/>
                    <a:gd name="connsiteY0" fmla="*/ 2346282 h 2346282"/>
                    <a:gd name="connsiteX1" fmla="*/ 2346282 w 2346282"/>
                    <a:gd name="connsiteY1" fmla="*/ 0 h 2346282"/>
                    <a:gd name="connsiteX2" fmla="*/ 2346282 w 2346282"/>
                    <a:gd name="connsiteY2" fmla="*/ 2346282 h 2346282"/>
                    <a:gd name="connsiteX3" fmla="*/ 0 w 2346282"/>
                    <a:gd name="connsiteY3" fmla="*/ 2346282 h 2346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46282" h="2346282">
                      <a:moveTo>
                        <a:pt x="0" y="2346282"/>
                      </a:moveTo>
                      <a:cubicBezTo>
                        <a:pt x="0" y="1050466"/>
                        <a:pt x="1050466" y="0"/>
                        <a:pt x="2346282" y="0"/>
                      </a:cubicBezTo>
                      <a:lnTo>
                        <a:pt x="2346282" y="2346282"/>
                      </a:lnTo>
                      <a:lnTo>
                        <a:pt x="0" y="2346282"/>
                      </a:lnTo>
                      <a:close/>
                    </a:path>
                  </a:pathLst>
                </a:cu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702099" tIns="702099" rIns="186691" bIns="186691" spcCol="1270" anchor="ctr"/>
                <a:lstStyle/>
                <a:p>
                  <a:pPr algn="ctr" defTabSz="1166495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endParaRPr lang="zh-CN" altLang="en-US" sz="2135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任意多边形 8"/>
                <p:cNvSpPr/>
                <p:nvPr/>
              </p:nvSpPr>
              <p:spPr>
                <a:xfrm>
                  <a:off x="6148858" y="1028530"/>
                  <a:ext cx="2347610" cy="2346090"/>
                </a:xfrm>
                <a:custGeom>
                  <a:avLst/>
                  <a:gdLst>
                    <a:gd name="connsiteX0" fmla="*/ 0 w 2346282"/>
                    <a:gd name="connsiteY0" fmla="*/ 2346282 h 2346282"/>
                    <a:gd name="connsiteX1" fmla="*/ 2346282 w 2346282"/>
                    <a:gd name="connsiteY1" fmla="*/ 0 h 2346282"/>
                    <a:gd name="connsiteX2" fmla="*/ 2346282 w 2346282"/>
                    <a:gd name="connsiteY2" fmla="*/ 2346282 h 2346282"/>
                    <a:gd name="connsiteX3" fmla="*/ 0 w 2346282"/>
                    <a:gd name="connsiteY3" fmla="*/ 2346282 h 2346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46282" h="2346282">
                      <a:moveTo>
                        <a:pt x="0" y="0"/>
                      </a:moveTo>
                      <a:cubicBezTo>
                        <a:pt x="1295816" y="0"/>
                        <a:pt x="2346282" y="1050466"/>
                        <a:pt x="2346282" y="2346282"/>
                      </a:cubicBezTo>
                      <a:lnTo>
                        <a:pt x="0" y="23462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186691" tIns="702099" rIns="702099" bIns="186691" spcCol="1270" anchor="ctr"/>
                <a:lstStyle/>
                <a:p>
                  <a:pPr algn="ctr" defTabSz="1166495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endParaRPr lang="zh-CN" altLang="en-US" sz="2135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任意多边形 13"/>
                <p:cNvSpPr/>
                <p:nvPr/>
              </p:nvSpPr>
              <p:spPr>
                <a:xfrm rot="21600000">
                  <a:off x="6148858" y="3483378"/>
                  <a:ext cx="2347610" cy="2346090"/>
                </a:xfrm>
                <a:custGeom>
                  <a:avLst/>
                  <a:gdLst>
                    <a:gd name="connsiteX0" fmla="*/ 0 w 2346282"/>
                    <a:gd name="connsiteY0" fmla="*/ 2346282 h 2346282"/>
                    <a:gd name="connsiteX1" fmla="*/ 2346282 w 2346282"/>
                    <a:gd name="connsiteY1" fmla="*/ 0 h 2346282"/>
                    <a:gd name="connsiteX2" fmla="*/ 2346282 w 2346282"/>
                    <a:gd name="connsiteY2" fmla="*/ 2346282 h 2346282"/>
                    <a:gd name="connsiteX3" fmla="*/ 0 w 2346282"/>
                    <a:gd name="connsiteY3" fmla="*/ 2346282 h 2346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46282" h="2346282">
                      <a:moveTo>
                        <a:pt x="2346282" y="0"/>
                      </a:moveTo>
                      <a:cubicBezTo>
                        <a:pt x="2346282" y="1295816"/>
                        <a:pt x="1295816" y="2346282"/>
                        <a:pt x="0" y="2346282"/>
                      </a:cubicBezTo>
                      <a:lnTo>
                        <a:pt x="0" y="0"/>
                      </a:lnTo>
                      <a:lnTo>
                        <a:pt x="2346282" y="0"/>
                      </a:lnTo>
                      <a:close/>
                    </a:path>
                  </a:pathLst>
                </a:cu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186691" tIns="186691" rIns="702099" bIns="702099" spcCol="1270" anchor="ctr"/>
                <a:lstStyle/>
                <a:p>
                  <a:pPr algn="ctr" defTabSz="1166495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endParaRPr lang="zh-CN" altLang="en-US" sz="2135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任意多边形 14"/>
                <p:cNvSpPr/>
                <p:nvPr/>
              </p:nvSpPr>
              <p:spPr>
                <a:xfrm rot="21600000">
                  <a:off x="3695530" y="3483378"/>
                  <a:ext cx="2347608" cy="2346090"/>
                </a:xfrm>
                <a:custGeom>
                  <a:avLst/>
                  <a:gdLst>
                    <a:gd name="connsiteX0" fmla="*/ 0 w 2346282"/>
                    <a:gd name="connsiteY0" fmla="*/ 2346282 h 2346282"/>
                    <a:gd name="connsiteX1" fmla="*/ 2346282 w 2346282"/>
                    <a:gd name="connsiteY1" fmla="*/ 0 h 2346282"/>
                    <a:gd name="connsiteX2" fmla="*/ 2346282 w 2346282"/>
                    <a:gd name="connsiteY2" fmla="*/ 2346282 h 2346282"/>
                    <a:gd name="connsiteX3" fmla="*/ 0 w 2346282"/>
                    <a:gd name="connsiteY3" fmla="*/ 2346282 h 2346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46282" h="2346282">
                      <a:moveTo>
                        <a:pt x="2346282" y="2346282"/>
                      </a:moveTo>
                      <a:cubicBezTo>
                        <a:pt x="1050466" y="2346282"/>
                        <a:pt x="0" y="1295816"/>
                        <a:pt x="0" y="0"/>
                      </a:cubicBezTo>
                      <a:lnTo>
                        <a:pt x="2346282" y="0"/>
                      </a:lnTo>
                      <a:lnTo>
                        <a:pt x="2346282" y="2346282"/>
                      </a:lnTo>
                      <a:close/>
                    </a:path>
                  </a:pathLst>
                </a:cu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702099" tIns="186691" rIns="186691" bIns="702099" spcCol="1270" anchor="ctr"/>
                <a:lstStyle/>
                <a:p>
                  <a:pPr algn="ctr" defTabSz="1166495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endParaRPr lang="zh-CN" altLang="en-US" sz="2135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椭圆 10"/>
              <p:cNvSpPr/>
              <p:nvPr/>
            </p:nvSpPr>
            <p:spPr>
              <a:xfrm>
                <a:off x="5648117" y="3142736"/>
                <a:ext cx="1143355" cy="11447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zh-CN" altLang="en-US" sz="16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能力</a:t>
                </a:r>
                <a:r>
                  <a:rPr lang="zh-CN" altLang="en-US" sz="16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维度</a:t>
                </a:r>
                <a:endParaRPr lang="zh-CN" altLang="en-US" sz="16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7"/>
            <p:cNvSpPr txBox="1">
              <a:spLocks noChangeArrowheads="1"/>
            </p:cNvSpPr>
            <p:nvPr/>
          </p:nvSpPr>
          <p:spPr bwMode="auto">
            <a:xfrm>
              <a:off x="4939460" y="2777493"/>
              <a:ext cx="1034980" cy="40193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000" tIns="27000" rIns="27000" bIns="27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文本框 18"/>
            <p:cNvSpPr txBox="1">
              <a:spLocks noChangeArrowheads="1"/>
            </p:cNvSpPr>
            <p:nvPr/>
          </p:nvSpPr>
          <p:spPr bwMode="auto">
            <a:xfrm>
              <a:off x="6538041" y="2777494"/>
              <a:ext cx="1034980" cy="40193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000" tIns="27000" rIns="27000" bIns="27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文本框 19"/>
            <p:cNvSpPr txBox="1">
              <a:spLocks noChangeArrowheads="1"/>
            </p:cNvSpPr>
            <p:nvPr/>
          </p:nvSpPr>
          <p:spPr bwMode="auto">
            <a:xfrm>
              <a:off x="4990000" y="4374650"/>
              <a:ext cx="1034980" cy="40193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000" tIns="27000" rIns="27000" bIns="27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文本框 20"/>
            <p:cNvSpPr txBox="1">
              <a:spLocks noChangeArrowheads="1"/>
            </p:cNvSpPr>
            <p:nvPr/>
          </p:nvSpPr>
          <p:spPr bwMode="auto">
            <a:xfrm>
              <a:off x="6422185" y="4397641"/>
              <a:ext cx="1034980" cy="40193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000" tIns="27000" rIns="27000" bIns="27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en-US" altLang="zh-CN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455930" y="1355090"/>
            <a:ext cx="11450320" cy="523811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none" anchor="ctr">
            <a:noAutofit/>
          </a:bodyPr>
          <a:lstStyle/>
          <a:p>
            <a:pPr defTabSz="914400">
              <a:lnSpc>
                <a:spcPct val="150000"/>
              </a:lnSpc>
            </a:pP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16548" y="1448878"/>
            <a:ext cx="4684902" cy="1658223"/>
            <a:chOff x="660727" y="1302587"/>
            <a:chExt cx="4684902" cy="1658223"/>
          </a:xfrm>
        </p:grpSpPr>
        <p:sp>
          <p:nvSpPr>
            <p:cNvPr id="22" name="文本框 21"/>
            <p:cNvSpPr txBox="1"/>
            <p:nvPr/>
          </p:nvSpPr>
          <p:spPr>
            <a:xfrm>
              <a:off x="732396" y="1302587"/>
              <a:ext cx="3420835" cy="387638"/>
            </a:xfrm>
            <a:prstGeom prst="rect">
              <a:avLst/>
            </a:prstGeom>
          </p:spPr>
          <p:txBody>
            <a:bodyPr vert="horz" wrap="square" lIns="35995" tIns="35995" rIns="35995" bIns="35995" rtlCol="0" anchor="ctr" anchorCtr="0">
              <a:noAutofit/>
            </a:bodyPr>
            <a:lstStyle/>
            <a:p>
              <a:pPr defTabSz="914400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驾驶员优秀特征评定</a:t>
              </a:r>
              <a:endPara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12106" y="1622865"/>
              <a:ext cx="4633523" cy="13379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0">
                <a:lnSpc>
                  <a:spcPct val="150000"/>
                </a:lnSpc>
                <a:buNone/>
              </a:pPr>
              <a:r>
                <a:rPr lang="zh-CN" altLang="en-US">
                  <a:sym typeface="+mn-ea"/>
                </a:rPr>
                <a:t>通过驾驶员画像，评定驾驶员优秀特征，例如操作稳定性好、擅长特殊地形驾驶、擅长特定驾驶场景等</a:t>
              </a:r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 flipH="1">
              <a:off x="660727" y="1352406"/>
              <a:ext cx="0" cy="2880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7550585" y="1498697"/>
            <a:ext cx="4330962" cy="1786413"/>
            <a:chOff x="7336666" y="1352406"/>
            <a:chExt cx="4330962" cy="1786413"/>
          </a:xfrm>
        </p:grpSpPr>
        <p:sp>
          <p:nvSpPr>
            <p:cNvPr id="26" name="矩形 25"/>
            <p:cNvSpPr/>
            <p:nvPr/>
          </p:nvSpPr>
          <p:spPr>
            <a:xfrm>
              <a:off x="7388046" y="1800874"/>
              <a:ext cx="4279582" cy="13379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 defTabSz="91440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>
                  <a:sym typeface="+mn-lt"/>
                </a:rPr>
                <a:t>根据客户需求筛选出需要的驾驶员，能够实现驾驶员与工作任务的精准匹配。</a:t>
              </a:r>
              <a:endParaRPr lang="zh-CN" altLang="en-US">
                <a:sym typeface="+mn-lt"/>
              </a:endParaRPr>
            </a:p>
            <a:p>
              <a:pPr lvl="0" algn="l" defTabSz="914400">
                <a:lnSpc>
                  <a:spcPct val="150000"/>
                </a:lnSpc>
                <a:buClrTx/>
                <a:buSzTx/>
                <a:buFontTx/>
              </a:pPr>
              <a:endParaRPr lang="zh-CN" altLang="en-US">
                <a:sym typeface="+mn-lt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408335" y="1352406"/>
              <a:ext cx="3420835" cy="387638"/>
            </a:xfrm>
            <a:prstGeom prst="rect">
              <a:avLst/>
            </a:prstGeom>
          </p:spPr>
          <p:txBody>
            <a:bodyPr vert="horz" wrap="square" lIns="35995" tIns="35995" rIns="35995" bIns="35995" rtlCol="0" anchor="ctr" anchorCtr="0">
              <a:noAutofit/>
            </a:bodyPr>
            <a:lstStyle/>
            <a:p>
              <a:pPr defTabSz="914400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定制化驾驶员方案</a:t>
              </a:r>
              <a:endPara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 flipH="1">
              <a:off x="7336666" y="1402225"/>
              <a:ext cx="0" cy="2880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782320" y="4014470"/>
            <a:ext cx="3148965" cy="387350"/>
          </a:xfrm>
          <a:prstGeom prst="rect">
            <a:avLst/>
          </a:prstGeom>
        </p:spPr>
        <p:txBody>
          <a:bodyPr vert="horz" wrap="square" lIns="35995" tIns="35995" rIns="35995" bIns="35995" rtlCol="0" anchor="ctr" anchorCtr="0">
            <a:no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驾驶员分级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63905" y="4462780"/>
            <a:ext cx="5589905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ym typeface="+mn-lt"/>
              </a:rPr>
              <a:t>量化驾驶员能力水平，通过日常驾驶数据的收集和分析，能够对驾驶员的相关技能水平进行科学评定，根据</a:t>
            </a:r>
            <a:r>
              <a:rPr lang="zh-CN" altLang="en-US">
                <a:sym typeface="+mn-lt"/>
              </a:rPr>
              <a:t>驾驶员</a:t>
            </a:r>
            <a:r>
              <a:rPr lang="zh-CN" altLang="en-US">
                <a:sym typeface="+mn-lt"/>
              </a:rPr>
              <a:t>掌握的技能，实现</a:t>
            </a:r>
            <a:r>
              <a:rPr lang="zh-CN" altLang="en-US">
                <a:sym typeface="+mn-lt"/>
              </a:rPr>
              <a:t>驾驶员分级</a:t>
            </a:r>
            <a:endParaRPr lang="zh-CN" altLang="en-US">
              <a:sym typeface="+mn-lt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716280" y="4064000"/>
            <a:ext cx="0" cy="28829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7562015" y="4114729"/>
            <a:ext cx="0" cy="28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677525" y="4061947"/>
            <a:ext cx="3148770" cy="387638"/>
          </a:xfrm>
          <a:prstGeom prst="rect">
            <a:avLst/>
          </a:prstGeom>
        </p:spPr>
        <p:txBody>
          <a:bodyPr vert="horz" wrap="square" lIns="35995" tIns="35995" rIns="35995" bIns="35995" rtlCol="0" anchor="ctr" anchorCtr="0">
            <a:no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12050" y="4486275"/>
            <a:ext cx="4612640" cy="14617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914400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sym typeface="+mn-lt"/>
              </a:rPr>
              <a:t>优秀驾驶员在薪资分配中获得更高的待遇，</a:t>
            </a:r>
            <a:r>
              <a:rPr lang="zh-CN" altLang="en-US">
                <a:sym typeface="+mn-lt"/>
              </a:rPr>
              <a:t>又能激发驾驶员的工作积极性，促使他们不断提高自己的驾驶水平和服务质量，为企业创造更大的价值。</a:t>
            </a:r>
            <a:endParaRPr lang="zh-CN" altLang="en-US"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31005" y="1127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1325245" y="441960"/>
            <a:ext cx="8368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运行目标</a:t>
            </a:r>
            <a:endParaRPr lang="zh-CN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22935" y="1095375"/>
            <a:ext cx="10491470" cy="5375275"/>
            <a:chOff x="981" y="1725"/>
            <a:chExt cx="16522" cy="8465"/>
          </a:xfrm>
        </p:grpSpPr>
        <p:sp>
          <p:nvSpPr>
            <p:cNvPr id="2" name="任意多边形 1"/>
            <p:cNvSpPr/>
            <p:nvPr/>
          </p:nvSpPr>
          <p:spPr bwMode="white">
            <a:xfrm>
              <a:off x="981" y="1725"/>
              <a:ext cx="7867" cy="3969"/>
            </a:xfrm>
            <a:custGeom>
              <a:avLst/>
              <a:gdLst>
                <a:gd name="connisteX0" fmla="*/ 0 w 7867"/>
                <a:gd name="connsiteY0" fmla="*/ 0 h 4720"/>
                <a:gd name="connisteX1" fmla="*/ 3933 w 7867"/>
                <a:gd name="connsiteY1" fmla="*/ 0 h 4720"/>
                <a:gd name="connisteX2" fmla="*/ 0 w 7867"/>
                <a:gd name="connsiteY2" fmla="*/ 2360 h 4720"/>
                <a:gd name="connisteX3" fmla="*/ 3933 w 7867"/>
                <a:gd name="connsiteY3" fmla="*/ 4720 h 4720"/>
                <a:gd name="connisteX4" fmla="*/ 7867 w 7867"/>
                <a:gd name="connsiteY4" fmla="*/ 2360 h 47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867" h="4720">
                  <a:moveTo>
                    <a:pt x="0" y="0"/>
                  </a:moveTo>
                  <a:lnTo>
                    <a:pt x="7867" y="0"/>
                  </a:lnTo>
                  <a:lnTo>
                    <a:pt x="7867" y="4720"/>
                  </a:lnTo>
                  <a:lnTo>
                    <a:pt x="0" y="472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sp3d prstMaterial="dkEdge">
              <a:bevelT w="8200" h="38100"/>
            </a:sp3d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lumMod val="110000"/>
                          <a:satMod val="105000"/>
                          <a:tint val="67000"/>
                        </a:schemeClr>
                      </a:gs>
                      <a:gs pos="50000">
                        <a:schemeClr val="accent1">
                          <a:lumMod val="105000"/>
                          <a:satMod val="103000"/>
                          <a:tint val="73000"/>
                        </a:schemeClr>
                      </a:gs>
                      <a:gs pos="100000">
                        <a:schemeClr val="accent1">
                          <a:lumMod val="105000"/>
                          <a:satMod val="109000"/>
                          <a:tint val="81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0">
              <a:schemeClr val="lt1"/>
            </a:lnRef>
            <a:fillRef idx="2">
              <a:schemeClr val="accent1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vert="horz" wrap="square" lIns="68580" tIns="68580" rIns="68579" bIns="68579" anchor="t" anchorCtr="0">
              <a:noAutofit/>
            </a:bodyPr>
            <a:lstStyle>
              <a:lvl1pPr algn="ctr">
                <a:defRPr sz="6500"/>
              </a:lvl1pPr>
              <a:lvl2pPr marL="285750" indent="-285750" algn="ctr">
                <a:defRPr sz="5000"/>
              </a:lvl2pPr>
              <a:lvl3pPr marL="571500" indent="-285750" algn="ctr">
                <a:defRPr sz="5000"/>
              </a:lvl3pPr>
              <a:lvl4pPr marL="857250" indent="-285750" algn="ctr">
                <a:defRPr sz="5000"/>
              </a:lvl4pPr>
              <a:lvl5pPr marL="1143000" indent="-285750" algn="ctr">
                <a:defRPr sz="5000"/>
              </a:lvl5pPr>
              <a:lvl6pPr marL="1428750" indent="-285750" algn="ctr">
                <a:defRPr sz="5000"/>
              </a:lvl6pPr>
              <a:lvl7pPr marL="1714500" indent="-285750" algn="ctr">
                <a:defRPr sz="5000"/>
              </a:lvl7pPr>
              <a:lvl8pPr marL="2000250" indent="-285750" algn="ctr">
                <a:defRPr sz="5000"/>
              </a:lvl8pPr>
              <a:lvl9pPr marL="2286000" indent="-285750" algn="ctr">
                <a:defRPr sz="5000"/>
              </a:lvl9pPr>
            </a:lstStyle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平台构建</a:t>
              </a: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构建汽车研发验证数智共享平台，实现人力资源共享平台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在线化、共享化、数据化，并能够实现数据实时动态更新，进而构建行业新生态方案，提升改善当前行业用需矛盾、价值链矛盾、培训成本高等痛点。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" name="任意多边形 3"/>
            <p:cNvSpPr/>
            <p:nvPr/>
          </p:nvSpPr>
          <p:spPr bwMode="white">
            <a:xfrm>
              <a:off x="9636" y="1725"/>
              <a:ext cx="7867" cy="3969"/>
            </a:xfrm>
            <a:custGeom>
              <a:avLst/>
              <a:gdLst>
                <a:gd name="connisteX0" fmla="*/ 0 w 7867"/>
                <a:gd name="connsiteY0" fmla="*/ 0 h 4720"/>
                <a:gd name="connisteX1" fmla="*/ 3933 w 7867"/>
                <a:gd name="connsiteY1" fmla="*/ 0 h 4720"/>
                <a:gd name="connisteX2" fmla="*/ 0 w 7867"/>
                <a:gd name="connsiteY2" fmla="*/ 2360 h 4720"/>
                <a:gd name="connisteX3" fmla="*/ 3933 w 7867"/>
                <a:gd name="connsiteY3" fmla="*/ 4720 h 4720"/>
                <a:gd name="connisteX4" fmla="*/ 7867 w 7867"/>
                <a:gd name="connsiteY4" fmla="*/ 2360 h 47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867" h="4720">
                  <a:moveTo>
                    <a:pt x="0" y="0"/>
                  </a:moveTo>
                  <a:lnTo>
                    <a:pt x="7867" y="0"/>
                  </a:lnTo>
                  <a:lnTo>
                    <a:pt x="7867" y="4720"/>
                  </a:lnTo>
                  <a:lnTo>
                    <a:pt x="0" y="472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sp3d prstMaterial="dkEdge">
              <a:bevelT w="8200" h="38100"/>
            </a:sp3d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lumMod val="110000"/>
                          <a:satMod val="105000"/>
                          <a:tint val="67000"/>
                        </a:schemeClr>
                      </a:gs>
                      <a:gs pos="50000">
                        <a:schemeClr val="accent1">
                          <a:lumMod val="105000"/>
                          <a:satMod val="103000"/>
                          <a:tint val="73000"/>
                        </a:schemeClr>
                      </a:gs>
                      <a:gs pos="100000">
                        <a:schemeClr val="accent1">
                          <a:lumMod val="105000"/>
                          <a:satMod val="109000"/>
                          <a:tint val="81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0">
              <a:schemeClr val="lt1"/>
            </a:lnRef>
            <a:fillRef idx="2">
              <a:schemeClr val="accent1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vert="horz" wrap="square" lIns="68580" tIns="68580" rIns="68579" bIns="68579" anchor="t" anchorCtr="0">
              <a:noAutofit/>
            </a:bodyPr>
            <a:lstStyle>
              <a:lvl1pPr algn="ctr">
                <a:defRPr sz="6500"/>
              </a:lvl1pPr>
              <a:lvl2pPr marL="285750" indent="-285750" algn="ctr">
                <a:defRPr sz="5000"/>
              </a:lvl2pPr>
              <a:lvl3pPr marL="571500" indent="-285750" algn="ctr">
                <a:defRPr sz="5000"/>
              </a:lvl3pPr>
              <a:lvl4pPr marL="857250" indent="-285750" algn="ctr">
                <a:defRPr sz="5000"/>
              </a:lvl4pPr>
              <a:lvl5pPr marL="1143000" indent="-285750" algn="ctr">
                <a:defRPr sz="5000"/>
              </a:lvl5pPr>
              <a:lvl6pPr marL="1428750" indent="-285750" algn="ctr">
                <a:defRPr sz="5000"/>
              </a:lvl6pPr>
              <a:lvl7pPr marL="1714500" indent="-285750" algn="ctr">
                <a:defRPr sz="5000"/>
              </a:lvl7pPr>
              <a:lvl8pPr marL="2000250" indent="-285750" algn="ctr">
                <a:defRPr sz="5000"/>
              </a:lvl8pPr>
              <a:lvl9pPr marL="2286000" indent="-285750" algn="ctr">
                <a:defRPr sz="5000"/>
              </a:lvl9pPr>
            </a:lstStyle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驾驶员画像</a:t>
              </a: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通过对驾驶行为工程中，采集系统对周边环境、驾驶操作行为、驾驶数据、车辆行驶数据等（含视频数据）</a:t>
              </a:r>
              <a:r>
                <a:rPr lang="zh-CN" altLang="en-US" sz="18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等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，</a:t>
              </a:r>
              <a:r>
                <a:rPr lang="zh-CN" altLang="en-US" sz="18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以及行为结果输出（试验缺陷反馈、数据采集正确率</a:t>
              </a:r>
              <a:r>
                <a:rPr lang="en-US" altLang="zh-CN" sz="18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…</a:t>
              </a:r>
              <a:r>
                <a:rPr lang="zh-CN" altLang="en-US" sz="1800" i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）等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，建设驾驶员画像分析模型，实施构建驾驶员画像标签。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" name="任意多边形 4"/>
            <p:cNvSpPr/>
            <p:nvPr/>
          </p:nvSpPr>
          <p:spPr bwMode="white">
            <a:xfrm>
              <a:off x="981" y="6788"/>
              <a:ext cx="7867" cy="3402"/>
            </a:xfrm>
            <a:custGeom>
              <a:avLst/>
              <a:gdLst>
                <a:gd name="connisteX0" fmla="*/ 0 w 7867"/>
                <a:gd name="connsiteY0" fmla="*/ 0 h 3172"/>
                <a:gd name="connisteX1" fmla="*/ 3933 w 7867"/>
                <a:gd name="connsiteY1" fmla="*/ 0 h 3172"/>
                <a:gd name="connisteX2" fmla="*/ 0 w 7867"/>
                <a:gd name="connsiteY2" fmla="*/ 1586 h 3172"/>
                <a:gd name="connisteX3" fmla="*/ 3933 w 7867"/>
                <a:gd name="connsiteY3" fmla="*/ 3172 h 3172"/>
                <a:gd name="connisteX4" fmla="*/ 7867 w 7867"/>
                <a:gd name="connsiteY4" fmla="*/ 1586 h 31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867" h="3172">
                  <a:moveTo>
                    <a:pt x="0" y="0"/>
                  </a:moveTo>
                  <a:lnTo>
                    <a:pt x="7867" y="0"/>
                  </a:lnTo>
                  <a:lnTo>
                    <a:pt x="7867" y="3172"/>
                  </a:lnTo>
                  <a:lnTo>
                    <a:pt x="0" y="3172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sp3d prstMaterial="dkEdge">
              <a:bevelT w="8200" h="38100"/>
            </a:sp3d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lumMod val="110000"/>
                          <a:satMod val="105000"/>
                          <a:tint val="67000"/>
                        </a:schemeClr>
                      </a:gs>
                      <a:gs pos="50000">
                        <a:schemeClr val="accent1">
                          <a:lumMod val="105000"/>
                          <a:satMod val="103000"/>
                          <a:tint val="73000"/>
                        </a:schemeClr>
                      </a:gs>
                      <a:gs pos="100000">
                        <a:schemeClr val="accent1">
                          <a:lumMod val="105000"/>
                          <a:satMod val="109000"/>
                          <a:tint val="81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0">
              <a:schemeClr val="lt1"/>
            </a:lnRef>
            <a:fillRef idx="2">
              <a:schemeClr val="accent1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vert="horz" wrap="square" lIns="68580" tIns="68580" rIns="68579" bIns="68579" anchor="t" anchorCtr="0">
              <a:noAutofit/>
            </a:bodyPr>
            <a:lstStyle>
              <a:lvl1pPr algn="ctr">
                <a:defRPr sz="6500"/>
              </a:lvl1pPr>
              <a:lvl2pPr marL="285750" indent="-285750" algn="ctr">
                <a:defRPr sz="5000"/>
              </a:lvl2pPr>
              <a:lvl3pPr marL="571500" indent="-285750" algn="ctr">
                <a:defRPr sz="5000"/>
              </a:lvl3pPr>
              <a:lvl4pPr marL="857250" indent="-285750" algn="ctr">
                <a:defRPr sz="5000"/>
              </a:lvl4pPr>
              <a:lvl5pPr marL="1143000" indent="-285750" algn="ctr">
                <a:defRPr sz="5000"/>
              </a:lvl5pPr>
              <a:lvl6pPr marL="1428750" indent="-285750" algn="ctr">
                <a:defRPr sz="5000"/>
              </a:lvl6pPr>
              <a:lvl7pPr marL="1714500" indent="-285750" algn="ctr">
                <a:defRPr sz="5000"/>
              </a:lvl7pPr>
              <a:lvl8pPr marL="2000250" indent="-285750" algn="ctr">
                <a:defRPr sz="5000"/>
              </a:lvl8pPr>
              <a:lvl9pPr marL="2286000" indent="-285750" algn="ctr">
                <a:defRPr sz="5000"/>
              </a:lvl9pPr>
            </a:lstStyle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事故风险预防与监管</a:t>
              </a: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监测超速、急刹、违规路线等异常驾驶行为，发生事故或危险情况时，支持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预警提醒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与视频回传以及事故数据分析与回顾等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任意多边形 5"/>
            <p:cNvSpPr/>
            <p:nvPr/>
          </p:nvSpPr>
          <p:spPr bwMode="white">
            <a:xfrm>
              <a:off x="9636" y="6788"/>
              <a:ext cx="7867" cy="3402"/>
            </a:xfrm>
            <a:custGeom>
              <a:avLst/>
              <a:gdLst>
                <a:gd name="connisteX0" fmla="*/ 0 w 7867"/>
                <a:gd name="connsiteY0" fmla="*/ 0 h 3324"/>
                <a:gd name="connisteX1" fmla="*/ 3933 w 7867"/>
                <a:gd name="connsiteY1" fmla="*/ 0 h 3324"/>
                <a:gd name="connisteX2" fmla="*/ 0 w 7867"/>
                <a:gd name="connsiteY2" fmla="*/ 1662 h 3324"/>
                <a:gd name="connisteX3" fmla="*/ 3933 w 7867"/>
                <a:gd name="connsiteY3" fmla="*/ 3324 h 3324"/>
                <a:gd name="connisteX4" fmla="*/ 7867 w 7867"/>
                <a:gd name="connsiteY4" fmla="*/ 1662 h 332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867" h="3325">
                  <a:moveTo>
                    <a:pt x="0" y="0"/>
                  </a:moveTo>
                  <a:lnTo>
                    <a:pt x="7867" y="0"/>
                  </a:lnTo>
                  <a:lnTo>
                    <a:pt x="7867" y="3325"/>
                  </a:lnTo>
                  <a:lnTo>
                    <a:pt x="0" y="3325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sp3d prstMaterial="dkEdge">
              <a:bevelT w="8200" h="38100"/>
            </a:sp3d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lumMod val="110000"/>
                          <a:satMod val="105000"/>
                          <a:tint val="67000"/>
                        </a:schemeClr>
                      </a:gs>
                      <a:gs pos="50000">
                        <a:schemeClr val="accent1">
                          <a:lumMod val="105000"/>
                          <a:satMod val="103000"/>
                          <a:tint val="73000"/>
                        </a:schemeClr>
                      </a:gs>
                      <a:gs pos="100000">
                        <a:schemeClr val="accent1">
                          <a:lumMod val="105000"/>
                          <a:satMod val="109000"/>
                          <a:tint val="81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0">
              <a:schemeClr val="lt1"/>
            </a:lnRef>
            <a:fillRef idx="2">
              <a:schemeClr val="accent1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vert="horz" wrap="square" lIns="68580" tIns="68580" rIns="68579" bIns="68579" anchor="t" anchorCtr="0">
              <a:noAutofit/>
            </a:bodyPr>
            <a:lstStyle>
              <a:lvl1pPr algn="ctr">
                <a:defRPr sz="6500"/>
              </a:lvl1pPr>
              <a:lvl2pPr marL="285750" indent="-285750" algn="ctr">
                <a:defRPr sz="5000"/>
              </a:lvl2pPr>
              <a:lvl3pPr marL="571500" indent="-285750" algn="ctr">
                <a:defRPr sz="5000"/>
              </a:lvl3pPr>
              <a:lvl4pPr marL="857250" indent="-285750" algn="ctr">
                <a:defRPr sz="5000"/>
              </a:lvl4pPr>
              <a:lvl5pPr marL="1143000" indent="-285750" algn="ctr">
                <a:defRPr sz="5000"/>
              </a:lvl5pPr>
              <a:lvl6pPr marL="1428750" indent="-285750" algn="ctr">
                <a:defRPr sz="5000"/>
              </a:lvl6pPr>
              <a:lvl7pPr marL="1714500" indent="-285750" algn="ctr">
                <a:defRPr sz="5000"/>
              </a:lvl7pPr>
              <a:lvl8pPr marL="2000250" indent="-285750" algn="ctr">
                <a:defRPr sz="5000"/>
              </a:lvl8pPr>
              <a:lvl9pPr marL="2286000" indent="-285750" algn="ctr">
                <a:defRPr sz="5000"/>
              </a:lvl9pPr>
            </a:lstStyle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其它</a:t>
              </a: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结合车辆行驶数据清洗，筛选场景数据等，优化客户需求场景库，提升团队竞争力。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35965" y="5035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r>
              <a:rPr lang="en-US" alt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5270" y="1196340"/>
            <a:ext cx="3344545" cy="5120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参与分布式架构，后端服务独立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部署，保证服务之间的高可用性、可扩展性</a:t>
            </a:r>
            <a:endParaRPr lang="zh-CN" altLang="en-US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数据计算与用户访互不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影响；</a:t>
            </a:r>
            <a:endParaRPr lang="zh-CN" altLang="en-US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数据存储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采用本地</a:t>
            </a:r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+ 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云端混合，</a:t>
            </a:r>
            <a:endParaRPr lang="zh-CN" altLang="en-US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敏感数据本地存储</a:t>
            </a:r>
            <a:endParaRPr lang="zh-CN" altLang="en-US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30000"/>
              </a:lnSpc>
              <a:buClrTx/>
              <a:buSzTx/>
              <a:buFontTx/>
            </a:pPr>
            <a:endParaRPr lang="zh-CN" altLang="en-US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9815" y="1031875"/>
            <a:ext cx="8629650" cy="5181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445" y="1625600"/>
            <a:ext cx="4933315" cy="38608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334135" y="441960"/>
            <a:ext cx="8368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技术方案</a:t>
            </a:r>
            <a:r>
              <a:rPr lang="en-US" alt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-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硬件设备</a:t>
            </a:r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6900" y="815340"/>
            <a:ext cx="6379845" cy="8102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智能车载设备</a:t>
            </a:r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多项功能</a:t>
            </a:r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实现了车辆的远程监控，同时为驾驶员模型提供硬件支持和行车数据</a:t>
            </a:r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采集</a:t>
            </a:r>
            <a:endParaRPr lang="zh-CN" altLang="en-US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427355" y="1682115"/>
          <a:ext cx="7146290" cy="49149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73145"/>
                <a:gridCol w="3573145"/>
              </a:tblGrid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功能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介绍</a:t>
                      </a:r>
                      <a:endParaRPr lang="zh-CN" altLang="en-US" sz="1600"/>
                    </a:p>
                  </a:txBody>
                  <a:tcPr/>
                </a:tc>
              </a:tr>
              <a:tr h="7086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车辆</a:t>
                      </a:r>
                      <a:r>
                        <a:rPr lang="zh-CN" altLang="en-US" sz="1600"/>
                        <a:t>定位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支持</a:t>
                      </a:r>
                      <a:r>
                        <a:rPr lang="en-US" altLang="zh-CN" sz="1600"/>
                        <a:t>JT/T 808 </a:t>
                      </a:r>
                      <a:r>
                        <a:rPr lang="zh-CN" altLang="en-US" sz="1600"/>
                        <a:t>通讯协议，支持车辆路线查看、实时定位、行驶状态监控。</a:t>
                      </a:r>
                      <a:endParaRPr lang="zh-CN" altLang="en-US" sz="16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多路视频</a:t>
                      </a:r>
                      <a:r>
                        <a:rPr lang="zh-CN" altLang="en-US" sz="1600"/>
                        <a:t>监控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支持</a:t>
                      </a:r>
                      <a:r>
                        <a:rPr lang="en-US" altLang="zh-CN" sz="1600"/>
                        <a:t> JT/T 808/1078 </a:t>
                      </a:r>
                      <a:r>
                        <a:rPr lang="zh-CN" altLang="en-US" sz="1600"/>
                        <a:t>协议栈音视频上传功能，支持实时视频播放，远程历史视频回放</a:t>
                      </a:r>
                      <a:endParaRPr lang="zh-CN" altLang="en-US" sz="16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语音对讲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具备</a:t>
                      </a:r>
                      <a:r>
                        <a:rPr lang="en-US" altLang="zh-CN" sz="1600"/>
                        <a:t>JT/T 1078 </a:t>
                      </a:r>
                      <a:r>
                        <a:rPr lang="zh-CN" altLang="en-US" sz="1600"/>
                        <a:t>双向对讲功能，</a:t>
                      </a:r>
                      <a:r>
                        <a:rPr lang="en-US" altLang="zh-CN" sz="1600"/>
                        <a:t>G711A </a:t>
                      </a:r>
                      <a:r>
                        <a:rPr lang="zh-CN" altLang="en-US" sz="1600"/>
                        <a:t>音频格式；支持车辆与监控中心之间的实时语音对讲</a:t>
                      </a:r>
                      <a:endParaRPr lang="zh-CN" altLang="en-US" sz="16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预警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支持超速报警、摄像头故障报警、电子围栏、紧急报警、存储介质故障报警监测并上传云端。</a:t>
                      </a:r>
                      <a:endParaRPr lang="zh-CN" altLang="en-US" sz="16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高级驾驶辅助功能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前车碰撞预警（</a:t>
                      </a:r>
                      <a:r>
                        <a:rPr lang="en-US" altLang="zh-CN" sz="1600"/>
                        <a:t>FCW</a:t>
                      </a:r>
                      <a:r>
                        <a:rPr lang="zh-CN" altLang="en-US" sz="1600"/>
                        <a:t>）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zh-CN" altLang="en-US" sz="1600"/>
                        <a:t>限速</a:t>
                      </a:r>
                      <a:r>
                        <a:rPr lang="en-US" altLang="zh-CN" sz="1600"/>
                        <a:t>(TSR)</a:t>
                      </a:r>
                      <a:r>
                        <a:rPr lang="zh-CN" altLang="en-US" sz="1600"/>
                        <a:t>提醒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zh-CN" altLang="en-US" sz="1600"/>
                        <a:t>车道偏离预警（</a:t>
                      </a:r>
                      <a:r>
                        <a:rPr lang="en-US" altLang="zh-CN" sz="1600"/>
                        <a:t>LDW</a:t>
                      </a:r>
                      <a:r>
                        <a:rPr lang="zh-CN" altLang="en-US" sz="1600"/>
                        <a:t>）</a:t>
                      </a:r>
                      <a:r>
                        <a:rPr lang="zh-CN" altLang="en-US" sz="1600"/>
                        <a:t>等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1325245" y="441960"/>
            <a:ext cx="8368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技术方案</a:t>
            </a:r>
            <a:r>
              <a:rPr lang="en-US" alt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-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驾驶员画像</a:t>
            </a:r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4565" y="1016000"/>
            <a:ext cx="831405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技术路径 数据分析+数据挖掘多项技术结合，共同协同构建</a:t>
            </a:r>
            <a:r>
              <a:rPr lang="zh-CN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画像</a:t>
            </a:r>
            <a:endParaRPr lang="zh-CN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1150620" y="1624330"/>
          <a:ext cx="8128000" cy="4707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454660" y="133985"/>
            <a:ext cx="9766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4400" b="1">
              <a:solidFill>
                <a:srgbClr val="475987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25245" y="441960"/>
            <a:ext cx="8368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项目计划</a:t>
            </a:r>
            <a:r>
              <a:rPr lang="en-US" alt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(</a:t>
            </a:r>
            <a:r>
              <a:rPr lang="zh-CN" altLang="en-US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待定）</a:t>
            </a:r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5" y="1706245"/>
            <a:ext cx="12023725" cy="39770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表格 27"/>
          <p:cNvGraphicFramePr/>
          <p:nvPr>
            <p:custDataLst>
              <p:tags r:id="rId1"/>
            </p:custDataLst>
          </p:nvPr>
        </p:nvGraphicFramePr>
        <p:xfrm>
          <a:off x="607060" y="1673860"/>
          <a:ext cx="10975975" cy="4662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645"/>
                <a:gridCol w="659130"/>
                <a:gridCol w="835660"/>
                <a:gridCol w="1127760"/>
                <a:gridCol w="2425065"/>
                <a:gridCol w="4323715"/>
              </a:tblGrid>
              <a:tr h="5295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耗时（月）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45529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2025.10-2025.12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需求调研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需求调研</a:t>
                      </a: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1.0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需求收集、</a:t>
                      </a: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方案规划、可行性研究、需求评审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45529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2026.01-2026.06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一期开发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平台能够满足公司内部使用需求，同时将外部公司相关业务场景设计纳入其中。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7429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2026.01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一期开发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需求细化与设计阶段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原型图设计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《产品需求规格说明书》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技术设计方案评审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65786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2026.03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一期开发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中期评审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同步一期开发进度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校验需求匹配度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需求调整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65722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2026.07-2026.09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内部试用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收集试用阶段的反馈意见，对平台的功能、界面、操作流程等方面进行全面评估。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针对存在的问题和不足，制定详细的改进计划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25336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2026.09-2026.12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二期开发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根据公司内部试用改进方案对平台进行优化；适配外部客户公司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45529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2026.09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二期开发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需求调研</a:t>
                      </a: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2.0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二期需求收集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二期开发规划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45529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325245" y="441960"/>
            <a:ext cx="83680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平台阶段规划</a:t>
            </a:r>
            <a:endParaRPr lang="zh-CN" altLang="en-US" sz="2000"/>
          </a:p>
          <a:p>
            <a:endParaRPr lang="zh-CN" altLang="en-US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454660" y="133985"/>
            <a:ext cx="9766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4400" b="1">
              <a:solidFill>
                <a:srgbClr val="475987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25245" y="441960"/>
            <a:ext cx="8368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项目预算（</a:t>
            </a:r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待讨论）</a:t>
            </a:r>
            <a:endParaRPr lang="zh-CN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74370" y="902335"/>
          <a:ext cx="11156315" cy="5525770"/>
        </p:xfrm>
        <a:graphic>
          <a:graphicData uri="http://schemas.openxmlformats.org/drawingml/2006/table">
            <a:tbl>
              <a:tblPr/>
              <a:tblGrid>
                <a:gridCol w="1505585"/>
                <a:gridCol w="2150745"/>
                <a:gridCol w="1468755"/>
                <a:gridCol w="6031230"/>
              </a:tblGrid>
              <a:tr h="253365">
                <a:tc gridSpan="2"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专业板块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数据采集设备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设备采购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台设备采购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费用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6750">
                <a:tc rowSpan="3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软件开发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存储服务器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本地大容量存储服务器用于设备采集原始数据和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敏感数据存储；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7040">
                <a:tc v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计算服务器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用于计算服务，数据清洗、数据处理、数据标签计算等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1470">
                <a:tc v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万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软件开发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外包成本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447675">
                <a:tc rowSpan="6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持续运维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网站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云服务器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2.8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万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/3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年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用于管理后台和客户端相关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服务部署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53365">
                <a:tc vMerge="1"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设备服务费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台设备</a:t>
                      </a:r>
                      <a:r>
                        <a:rPr 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物联网流量等</a:t>
                      </a:r>
                      <a:r>
                        <a:rPr 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服务费用</a:t>
                      </a:r>
                      <a:endParaRPr 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53365">
                <a:tc vMerge="1">
                  <a:tcP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网络带宽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服务器固定公网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以及企业专线带宽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594360">
                <a:tc vMerge="1">
                  <a:tcP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云数据库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*2 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/3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用于存储非敏感数据，例如管理后台与客户端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数据存储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594360">
                <a:tc vMerge="1">
                  <a:tcP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存储硬盘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系统每年产生约为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54Tb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数据，需要每年购买新的存储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硬盘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53365">
                <a:tc vMerge="1">
                  <a:tcP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地图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导航、逆地址解析等地图服务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商用收费价格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5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万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年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53365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项目运维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2~3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6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335280"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不可预见费用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 hMerge="1"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53365">
                <a:tc gridSpan="2"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差旅费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53365"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1439545" y="441960"/>
            <a:ext cx="8368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项目团队</a:t>
            </a:r>
            <a:endParaRPr lang="zh-CN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graphicFrame>
        <p:nvGraphicFramePr>
          <p:cNvPr id="40" name="图示 39"/>
          <p:cNvGraphicFramePr/>
          <p:nvPr/>
        </p:nvGraphicFramePr>
        <p:xfrm>
          <a:off x="497840" y="1025525"/>
          <a:ext cx="11297285" cy="5739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454660" y="133985"/>
            <a:ext cx="9766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4400" b="1">
              <a:solidFill>
                <a:srgbClr val="475987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25245" y="441960"/>
            <a:ext cx="8368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b="1">
                <a:solidFill>
                  <a:srgbClr val="4B5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雅酷黑 75W" panose="020B0804020202020204" charset="-122"/>
              </a:rPr>
              <a:t>提请决策</a:t>
            </a:r>
            <a:endParaRPr lang="zh-CN" sz="2000" b="1">
              <a:solidFill>
                <a:srgbClr val="4B5E8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汉仪雅酷黑 75W" panose="020B0804020202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72895" y="974725"/>
            <a:ext cx="7954010" cy="24168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p>
            <a:pPr lvl="0" algn="l">
              <a:lnSpc>
                <a:spcPct val="210000"/>
              </a:lnSpc>
              <a:buClrTx/>
              <a:buSzTx/>
              <a:buFontTx/>
            </a:pPr>
            <a:r>
              <a:rPr lang="en-US" altLang="zh-CN" sz="2400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2400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批准汽车研发验证数智共享平台立项；</a:t>
            </a:r>
            <a:endParaRPr lang="zh-CN" sz="2400" b="1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210000"/>
              </a:lnSpc>
              <a:buClrTx/>
              <a:buSzTx/>
              <a:buFontTx/>
            </a:pPr>
            <a:r>
              <a:rPr lang="en-US" altLang="zh-CN" sz="2400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、批准项目开发周期：</a:t>
            </a:r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个月；</a:t>
            </a:r>
            <a:endParaRPr lang="zh-CN" sz="2400" b="1">
              <a:solidFill>
                <a:schemeClr val="accent4">
                  <a:lumMod val="50000"/>
                </a:schemeClr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210000"/>
              </a:lnSpc>
              <a:buClrTx/>
              <a:buSzTx/>
              <a:buFontTx/>
            </a:pPr>
            <a:r>
              <a:rPr lang="en-US" altLang="zh-CN" sz="2400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、批准项目预算：</a:t>
            </a:r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万元；</a:t>
            </a:r>
            <a:endParaRPr lang="zh-CN" altLang="en-US" sz="2400" b="1">
              <a:solidFill>
                <a:schemeClr val="accent4">
                  <a:lumMod val="50000"/>
                </a:schemeClr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wpp_generatetext" val="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68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69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0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1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2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3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4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5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6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7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8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79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80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81.xml><?xml version="1.0" encoding="utf-8"?>
<p:tagLst xmlns:p="http://schemas.openxmlformats.org/presentationml/2006/main">
  <p:tag name="KSO_WM_DIAGRAM_VIRTUALLY_FRAME" val="{&quot;height&quot;:360.3033858267717,&quot;left&quot;:31.617401574803147,&quot;top&quot;:130.7700787401575,&quot;width&quot;:894.1582677165355}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p="http://schemas.openxmlformats.org/presentationml/2006/main">
  <p:tag name="TABLE_ENDDRAG_ORIGIN_RECT" val="546*379"/>
  <p:tag name="TABLE_ENDDRAG_RECT" val="33*132*546*379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resource_record_key" val="{&quot;13&quot;:[4650227,20280319],&quot;65&quot;:[20205176],&quot;70&quot;:[3426754]}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resource_record_key" val="{&quot;13&quot;:[4650227,20280319],&quot;65&quot;:[20205176],&quot;70&quot;:[3426754]}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p="http://schemas.openxmlformats.org/presentationml/2006/main">
  <p:tag name="TABLE_ENDDRAG_ORIGIN_RECT" val="850*396"/>
  <p:tag name="TABLE_ENDDRAG_RECT" val="0*12*851*396"/>
</p:tagLst>
</file>

<file path=ppt/tags/tag91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92.xml><?xml version="1.0" encoding="utf-8"?>
<p:tagLst xmlns:p="http://schemas.openxmlformats.org/presentationml/2006/main">
  <p:tag name="TABLE_ENDDRAG_ORIGIN_RECT" val="887*449"/>
  <p:tag name="TABLE_ENDDRAG_RECT" val="53*71*887*449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resource_record_key" val="{&quot;65&quot;:[20205176],&quot;70&quot;:[3322427]}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旗黑-55简"/>
        <a:cs typeface=""/>
      </a:majorFont>
      <a:minorFont>
        <a:latin typeface="Arial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2209</Words>
  <Application>WPS 演示</Application>
  <PresentationFormat>宽屏</PresentationFormat>
  <Paragraphs>341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华文细黑</vt:lpstr>
      <vt:lpstr>Arial Unicode MS</vt:lpstr>
      <vt:lpstr>汉仪旗黑-55简</vt:lpstr>
      <vt:lpstr>黑体</vt:lpstr>
      <vt:lpstr>Wingdings</vt:lpstr>
      <vt:lpstr>汉仪雅酷黑 75W</vt:lpstr>
      <vt:lpstr>Calibri</vt:lpstr>
      <vt:lpstr>Arial Unicode MS</vt:lpstr>
      <vt:lpstr>汉仪旗黑-55简</vt:lpstr>
      <vt:lpstr>汉仪雅酷黑 75W</vt:lpstr>
      <vt:lpstr>Wonder Arial</vt:lpstr>
      <vt:lpstr>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|･ω･｀)</cp:lastModifiedBy>
  <cp:revision>291</cp:revision>
  <dcterms:created xsi:type="dcterms:W3CDTF">2023-08-09T12:44:00Z</dcterms:created>
  <dcterms:modified xsi:type="dcterms:W3CDTF">2025-12-18T02:34:51Z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B41417C1462A40989C44C847036A6285_13</vt:lpwstr>
  </property>
</Properties>
</file>